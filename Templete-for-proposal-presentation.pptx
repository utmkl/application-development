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 snapToObjects="1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C095-4AA2-5540-8712-5EE6C3C28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835C1-3B92-3449-9ADA-4FBC0630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0FAF8-E2EE-8547-A94A-D574BE8A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38712-07E2-1F48-AD5C-583B973E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979A5-453F-F545-A403-C18DA222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6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C2AF-CB2D-D84C-A76E-FD946D51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3237A-B755-174B-87DC-322C9FA4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420A1-B5CE-D848-827E-91360207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3E65B-BDA1-7A40-81AC-475E51F8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910D-DACE-AE4D-81CE-C8681F63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7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2FD0-36CD-C84D-9797-8AFF5C20F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08B60-D5D2-1045-9A05-77BB5FD19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EF500-7E80-D748-A709-77C63E5DF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4817-169A-A542-BEA3-E221B900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25B13-4921-404A-9C1D-4DD1324D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7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781A-E5BE-6B4F-A620-B069D33C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B93FE-AE94-AF43-98B7-17152D570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5D587-F161-E749-9D38-33D6F0B5D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D25DA-38F3-D94B-BB6E-F77325DF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34BAB-9326-D042-87D5-49AA81AD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E553A-EA6A-F249-84F7-339A12E3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4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EE17-8D30-A240-A88E-1AD4D31F5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513C1-E64E-8649-8880-24C6DAAAA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75C4-9302-2D40-B829-637BAB913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16820-ADFA-7941-B546-9C64D10D0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518A1-5597-9A4C-ABCE-DDDF7C277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D5D58-3162-3D49-AEFF-575E57C9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D38520-0C91-534E-A42A-BDC16579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AFB6A-7863-334B-B5AF-1DCE6E7A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1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BB80-5C0C-BD44-A0EF-F509D474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D9DF8C-7159-BC41-AE42-4F407357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0287B-80EE-164E-9BC1-70B5E72A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BDDB6-5E16-C849-AC3C-30463596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9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27657F-849E-6F4A-8D38-F309C24D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B9833-BBEB-AE44-BCE8-5B73FD7C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4FC4-A998-0F47-A1A0-C3C7D80A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0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F15B-2856-A940-800C-3518FAA4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74A36-7B4C-5F4D-85D2-5A7D054DD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643E8-44B6-7C44-A5E3-64D195424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2EA46-78FE-F34D-8FDE-49E9A617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76465-EB98-6B42-9CB9-7A79A58F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5E8B7-650F-3747-819E-99342637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6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A79E2-0B74-2A40-8385-B29CC59BD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D555F-0A9D-A644-B62A-2C09DD356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718EB-660B-224C-9B08-6D05D6CAD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164A0-7070-4C4F-A1DE-BE850C01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F3C3D-17C3-3A4F-9147-39C388D5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11F68-78EE-7244-82B8-A1DDD2DE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7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EEE3-EAAF-9F4E-87F4-878D99DB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250F0-AC01-8044-A189-1482793C4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B2C73-1172-EE4F-BFCF-CD65A9BC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443AE-C4CD-AC48-B136-03BE8DDF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B7B9D-3D9A-3444-BCA5-86B6D401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5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92591-AA1A-A547-AB06-7FABD0552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71CE7-3925-E444-B52B-DB42043AD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D764-6C0F-AD45-BEE7-3D31B388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C7DBD-8D5F-0F43-A8B5-9C7EF483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9A760-1829-0748-9F47-4F1E6A5B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3AA37-E490-4945-9630-44CA7194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56D2A-1377-1746-8BF7-81E3A28C3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2FD8A-9ECF-6B45-8AFD-CC31A75C4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9C804-D07E-7641-A110-146D0B54E64B}" type="datetimeFigureOut">
              <a:rPr lang="en-US" smtClean="0"/>
              <a:t>10/31/20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63819-CBCD-B740-8509-2FF4A9BC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FD204-FFFA-FB40-99D3-1478C147E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DB081-DFB7-C244-9539-3CBB794B3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4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E453-2161-DA4C-B267-20AC4BFE1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Proposal of Application Development </a:t>
            </a:r>
            <a:br>
              <a:rPr lang="en-US" sz="4400" dirty="0"/>
            </a:br>
            <a:r>
              <a:rPr lang="en-US" sz="4400" i="1" dirty="0">
                <a:solidFill>
                  <a:srgbClr val="FF0000"/>
                </a:solidFill>
              </a:rPr>
              <a:t>Title of Your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822851-8829-E149-A058-1080D042D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i="1" dirty="0">
                <a:solidFill>
                  <a:srgbClr val="FF0000"/>
                </a:solidFill>
              </a:rPr>
              <a:t>Group Members</a:t>
            </a:r>
          </a:p>
        </p:txBody>
      </p:sp>
    </p:spTree>
    <p:extLst>
      <p:ext uri="{BB962C8B-B14F-4D97-AF65-F5344CB8AC3E}">
        <p14:creationId xmlns:p14="http://schemas.microsoft.com/office/powerpoint/2010/main" val="377702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657E-E48D-3D4A-B07A-59814952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4F5D8-7DEC-A844-A1E6-A284CADB5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Name</a:t>
            </a:r>
          </a:p>
          <a:p>
            <a:r>
              <a:rPr lang="en-US" dirty="0"/>
              <a:t>Matric No</a:t>
            </a:r>
          </a:p>
          <a:p>
            <a:r>
              <a:rPr lang="en-US" dirty="0"/>
              <a:t>Email</a:t>
            </a:r>
          </a:p>
          <a:p>
            <a:r>
              <a:rPr lang="en-US" dirty="0"/>
              <a:t>Phone Number</a:t>
            </a:r>
          </a:p>
          <a:p>
            <a:r>
              <a:rPr lang="en-US" dirty="0"/>
              <a:t>Picture</a:t>
            </a:r>
          </a:p>
          <a:p>
            <a:r>
              <a:rPr lang="en-US" dirty="0"/>
              <a:t>All in one slide. </a:t>
            </a:r>
          </a:p>
        </p:txBody>
      </p:sp>
    </p:spTree>
    <p:extLst>
      <p:ext uri="{BB962C8B-B14F-4D97-AF65-F5344CB8AC3E}">
        <p14:creationId xmlns:p14="http://schemas.microsoft.com/office/powerpoint/2010/main" val="28208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CC2E-89BB-E342-8BB7-2156B444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61467-4158-2644-A6A2-01F14B2E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you want to do this project?</a:t>
            </a:r>
          </a:p>
          <a:p>
            <a:r>
              <a:rPr lang="en-US" dirty="0">
                <a:solidFill>
                  <a:srgbClr val="FF0000"/>
                </a:solidFill>
              </a:rPr>
              <a:t>What is the important of this project?</a:t>
            </a:r>
          </a:p>
          <a:p>
            <a:r>
              <a:rPr lang="en-US" dirty="0">
                <a:solidFill>
                  <a:srgbClr val="FF0000"/>
                </a:solidFill>
              </a:rPr>
              <a:t>What is the benefit of this project?</a:t>
            </a:r>
          </a:p>
          <a:p>
            <a:r>
              <a:rPr lang="en-US" dirty="0">
                <a:solidFill>
                  <a:srgbClr val="FF0000"/>
                </a:solidFill>
              </a:rPr>
              <a:t>Which group of community you targeted?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D0BF-A294-7544-92C4-13D2BEB8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F343-72B4-5840-8EDE-5173EA6E1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is the issues / problem ? Why did it happen?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List down several issues</a:t>
            </a:r>
          </a:p>
          <a:p>
            <a:r>
              <a:rPr lang="en-US" dirty="0">
                <a:solidFill>
                  <a:srgbClr val="FF0000"/>
                </a:solidFill>
              </a:rPr>
              <a:t>What are the affects to the community or group of user?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992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9623-E8C5-BE4B-9F88-B7305C42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Current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86619-B32D-1D4B-871F-546FD7ED7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 other people solve this problem?</a:t>
            </a:r>
          </a:p>
          <a:p>
            <a:r>
              <a:rPr lang="en-US" dirty="0">
                <a:solidFill>
                  <a:srgbClr val="FF0000"/>
                </a:solidFill>
              </a:rPr>
              <a:t>What kind of system that they has proposed?</a:t>
            </a:r>
          </a:p>
          <a:p>
            <a:r>
              <a:rPr lang="en-US" dirty="0">
                <a:solidFill>
                  <a:srgbClr val="FF0000"/>
                </a:solidFill>
              </a:rPr>
              <a:t>What is the advantages and disadvantages of that applications? </a:t>
            </a:r>
          </a:p>
        </p:txBody>
      </p:sp>
    </p:spTree>
    <p:extLst>
      <p:ext uri="{BB962C8B-B14F-4D97-AF65-F5344CB8AC3E}">
        <p14:creationId xmlns:p14="http://schemas.microsoft.com/office/powerpoint/2010/main" val="105136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22C40-9FCE-6F4C-92F9-767771B7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C25A8-05AC-7F40-9C3B-8285641C4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Describe your idea in general</a:t>
            </a:r>
          </a:p>
        </p:txBody>
      </p:sp>
    </p:spTree>
    <p:extLst>
      <p:ext uri="{BB962C8B-B14F-4D97-AF65-F5344CB8AC3E}">
        <p14:creationId xmlns:p14="http://schemas.microsoft.com/office/powerpoint/2010/main" val="231272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217D-A569-3F46-B94B-B564734D1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C9572-5517-D042-B6F8-EE78D89D5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One goal only..</a:t>
            </a:r>
          </a:p>
        </p:txBody>
      </p:sp>
    </p:spTree>
    <p:extLst>
      <p:ext uri="{BB962C8B-B14F-4D97-AF65-F5344CB8AC3E}">
        <p14:creationId xmlns:p14="http://schemas.microsoft.com/office/powerpoint/2010/main" val="3278352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3ED6-201A-7541-8134-452277C8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918DA-F925-4943-B468-AC4239527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3 to 4 objectives, based on the scopes</a:t>
            </a:r>
          </a:p>
        </p:txBody>
      </p:sp>
    </p:spTree>
    <p:extLst>
      <p:ext uri="{BB962C8B-B14F-4D97-AF65-F5344CB8AC3E}">
        <p14:creationId xmlns:p14="http://schemas.microsoft.com/office/powerpoint/2010/main" val="284851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D5ED-8914-014F-BBB2-839A2A67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 of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FB8A-E99E-0B4C-9D7A-0F930B5D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List down the limit of your project</a:t>
            </a:r>
          </a:p>
          <a:p>
            <a:r>
              <a:rPr lang="en-US" dirty="0">
                <a:solidFill>
                  <a:srgbClr val="FF0000"/>
                </a:solidFill>
              </a:rPr>
              <a:t>It can be based on your function? Data set? And case study?</a:t>
            </a:r>
          </a:p>
        </p:txBody>
      </p:sp>
    </p:spTree>
    <p:extLst>
      <p:ext uri="{BB962C8B-B14F-4D97-AF65-F5344CB8AC3E}">
        <p14:creationId xmlns:p14="http://schemas.microsoft.com/office/powerpoint/2010/main" val="62185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192C-F4A3-9643-8B0D-4A424488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down your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2BAB-AB65-B041-A921-95B5648A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User – description </a:t>
            </a:r>
          </a:p>
        </p:txBody>
      </p:sp>
    </p:spTree>
    <p:extLst>
      <p:ext uri="{BB962C8B-B14F-4D97-AF65-F5344CB8AC3E}">
        <p14:creationId xmlns:p14="http://schemas.microsoft.com/office/powerpoint/2010/main" val="328341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0908-4C4A-1448-9377-9552A62D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26098-C58A-DE47-AFC4-DC66D90A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Follow agile development process </a:t>
            </a:r>
          </a:p>
        </p:txBody>
      </p:sp>
    </p:spTree>
    <p:extLst>
      <p:ext uri="{BB962C8B-B14F-4D97-AF65-F5344CB8AC3E}">
        <p14:creationId xmlns:p14="http://schemas.microsoft.com/office/powerpoint/2010/main" val="57688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186</Words>
  <Application>Microsoft Macintosh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Proposal of Application Development  Title of Your Project</vt:lpstr>
      <vt:lpstr>Group Member</vt:lpstr>
      <vt:lpstr>Motivation of The Project</vt:lpstr>
      <vt:lpstr>Problem Background</vt:lpstr>
      <vt:lpstr>Review of Current Solution </vt:lpstr>
      <vt:lpstr>Your Proposal</vt:lpstr>
      <vt:lpstr>Project Goal</vt:lpstr>
      <vt:lpstr>Project Objectives </vt:lpstr>
      <vt:lpstr>Scopes of your project</vt:lpstr>
      <vt:lpstr>List down your users</vt:lpstr>
      <vt:lpstr>Project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of Application Development  Title of Your Project</dc:title>
  <dc:creator>MOHD SHAFRY BIN MOHD RAHIM</dc:creator>
  <cp:lastModifiedBy>MOHD SHAFRY BIN MOHD RAHIM</cp:lastModifiedBy>
  <cp:revision>3</cp:revision>
  <dcterms:created xsi:type="dcterms:W3CDTF">2020-10-28T00:35:13Z</dcterms:created>
  <dcterms:modified xsi:type="dcterms:W3CDTF">2020-10-31T12:27:49Z</dcterms:modified>
</cp:coreProperties>
</file>