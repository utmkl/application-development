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7125" r:id="rId1"/>
  </p:sldMasterIdLst>
  <p:notesMasterIdLst>
    <p:notesMasterId r:id="rId9"/>
  </p:notesMasterIdLst>
  <p:handoutMasterIdLst>
    <p:handoutMasterId r:id="rId10"/>
  </p:handoutMasterIdLst>
  <p:sldIdLst>
    <p:sldId id="619" r:id="rId2"/>
    <p:sldId id="620" r:id="rId3"/>
    <p:sldId id="622" r:id="rId4"/>
    <p:sldId id="621" r:id="rId5"/>
    <p:sldId id="595" r:id="rId6"/>
    <p:sldId id="596" r:id="rId7"/>
    <p:sldId id="616" r:id="rId8"/>
  </p:sldIdLst>
  <p:sldSz cx="9144000" cy="6858000" type="screen4x3"/>
  <p:notesSz cx="6858000" cy="99472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0000FF"/>
    <a:srgbClr val="800000"/>
    <a:srgbClr val="663300"/>
    <a:srgbClr val="660033"/>
    <a:srgbClr val="AAD9D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22"/>
    <p:restoredTop sz="94512"/>
  </p:normalViewPr>
  <p:slideViewPr>
    <p:cSldViewPr>
      <p:cViewPr varScale="1">
        <p:scale>
          <a:sx n="107" d="100"/>
          <a:sy n="107" d="100"/>
        </p:scale>
        <p:origin x="2232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8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3388" cy="498475"/>
          </a:xfrm>
          <a:prstGeom prst="rect">
            <a:avLst/>
          </a:prstGeom>
        </p:spPr>
        <p:txBody>
          <a:bodyPr vert="horz" wrap="square" lIns="91678" tIns="45839" rIns="91678" bIns="4583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3025" y="0"/>
            <a:ext cx="2973388" cy="498475"/>
          </a:xfrm>
          <a:prstGeom prst="rect">
            <a:avLst/>
          </a:prstGeom>
        </p:spPr>
        <p:txBody>
          <a:bodyPr vert="horz" wrap="square" lIns="91678" tIns="45839" rIns="91678" bIns="4583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3F46519-2E28-4F75-89E6-3A27A98FE3EE}" type="datetimeFigureOut">
              <a:rPr lang="en-US" altLang="en-US"/>
              <a:pPr>
                <a:defRPr/>
              </a:pPr>
              <a:t>11/18/20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8800"/>
            <a:ext cx="2973388" cy="496888"/>
          </a:xfrm>
          <a:prstGeom prst="rect">
            <a:avLst/>
          </a:prstGeom>
        </p:spPr>
        <p:txBody>
          <a:bodyPr vert="horz" wrap="square" lIns="91678" tIns="45839" rIns="91678" bIns="4583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3025" y="9448800"/>
            <a:ext cx="2973388" cy="496888"/>
          </a:xfrm>
          <a:prstGeom prst="rect">
            <a:avLst/>
          </a:prstGeom>
        </p:spPr>
        <p:txBody>
          <a:bodyPr vert="horz" wrap="square" lIns="91678" tIns="45839" rIns="91678" bIns="4583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C9F3664-0CA2-41B2-BD0E-6A9C4D3CFD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40013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3388" cy="498475"/>
          </a:xfrm>
          <a:prstGeom prst="rect">
            <a:avLst/>
          </a:prstGeom>
        </p:spPr>
        <p:txBody>
          <a:bodyPr vert="horz" wrap="square" lIns="93739" tIns="46870" rIns="93739" bIns="4687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3025" y="0"/>
            <a:ext cx="2973388" cy="498475"/>
          </a:xfrm>
          <a:prstGeom prst="rect">
            <a:avLst/>
          </a:prstGeom>
        </p:spPr>
        <p:txBody>
          <a:bodyPr vert="horz" wrap="square" lIns="93739" tIns="46870" rIns="93739" bIns="4687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4D73B77-A81A-43C6-94F7-CBAC00161ADB}" type="datetimeFigureOut">
              <a:rPr lang="en-US" altLang="en-US"/>
              <a:pPr>
                <a:defRPr/>
              </a:pPr>
              <a:t>11/18/20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42975" y="746125"/>
            <a:ext cx="4973638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739" tIns="46870" rIns="93739" bIns="4687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2813"/>
            <a:ext cx="5486400" cy="4478337"/>
          </a:xfrm>
          <a:prstGeom prst="rect">
            <a:avLst/>
          </a:prstGeom>
        </p:spPr>
        <p:txBody>
          <a:bodyPr vert="horz" lIns="93739" tIns="46870" rIns="93739" bIns="4687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8800"/>
            <a:ext cx="2973388" cy="496888"/>
          </a:xfrm>
          <a:prstGeom prst="rect">
            <a:avLst/>
          </a:prstGeom>
        </p:spPr>
        <p:txBody>
          <a:bodyPr vert="horz" wrap="square" lIns="93739" tIns="46870" rIns="93739" bIns="4687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3025" y="9448800"/>
            <a:ext cx="2973388" cy="496888"/>
          </a:xfrm>
          <a:prstGeom prst="rect">
            <a:avLst/>
          </a:prstGeom>
        </p:spPr>
        <p:txBody>
          <a:bodyPr vert="horz" wrap="square" lIns="93739" tIns="46870" rIns="93739" bIns="4687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F8AB5F6-F707-4135-862C-AAFC02ECB5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45780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384BDE-F07F-4A7C-801A-DFFC7701EC19}" type="datetimeFigureOut">
              <a:rPr lang="en-US" altLang="en-US"/>
              <a:pPr>
                <a:defRPr/>
              </a:pPr>
              <a:t>11/18/20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152AB4-5215-4DAC-83D2-E85842AF25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4994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06B305-19A7-4C5A-BCB8-710B96DC3087}" type="datetimeFigureOut">
              <a:rPr lang="en-US" altLang="en-US"/>
              <a:pPr>
                <a:defRPr/>
              </a:pPr>
              <a:t>11/18/20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44BE00-9DCE-4C7B-9AAD-0C52003BB3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2511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B124EF-3145-461F-8808-90FEAC4E171B}" type="datetimeFigureOut">
              <a:rPr lang="en-US" altLang="en-US"/>
              <a:pPr>
                <a:defRPr/>
              </a:pPr>
              <a:t>11/18/20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EDF5FF-35F0-4625-9526-512A8FAB89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4200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2B5DCF-762C-477F-A0A5-A49B6EF167CC}" type="datetimeFigureOut">
              <a:rPr lang="en-US" altLang="en-US"/>
              <a:pPr>
                <a:defRPr/>
              </a:pPr>
              <a:t>11/18/20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71D078-4666-4321-9B49-9D8D46FEC0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3823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39DBC6-88BD-41FF-AB9B-1BBB5F00DF9F}" type="datetimeFigureOut">
              <a:rPr lang="en-US" altLang="en-US"/>
              <a:pPr>
                <a:defRPr/>
              </a:pPr>
              <a:t>11/18/20</a:t>
            </a:fld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016F71-AD9E-4584-A3E7-CEBC5F1459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4135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E071C-16ED-449B-B72B-6914F8CBBE42}" type="datetimeFigureOut">
              <a:rPr lang="en-US" altLang="en-US"/>
              <a:pPr>
                <a:defRPr/>
              </a:pPr>
              <a:t>11/18/20</a:t>
            </a:fld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FAE2AC-93D6-442E-93DA-448C0F44F5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9466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B91924-0821-46DA-846C-BFACB5DCFBD2}" type="datetimeFigureOut">
              <a:rPr lang="en-US" altLang="en-US"/>
              <a:pPr>
                <a:defRPr/>
              </a:pPr>
              <a:t>11/18/20</a:t>
            </a:fld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5E1B33-D27E-41F4-9417-5A81D00925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8147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1E03AC-6BB4-40A7-A094-8AAD5FC9A06D}" type="datetimeFigureOut">
              <a:rPr lang="en-US" altLang="en-US"/>
              <a:pPr>
                <a:defRPr/>
              </a:pPr>
              <a:t>11/18/20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3FFB13-FF8C-426F-A68F-3F8639B11B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9066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lang="en-MY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1A491B-4816-4E29-B3CE-C47EEC850996}" type="datetimeFigureOut">
              <a:rPr lang="en-US" altLang="en-US"/>
              <a:pPr>
                <a:defRPr/>
              </a:pPr>
              <a:t>11/18/20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9A8334-6B93-4BA7-A551-0729D693E6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0287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B9E88B-BE73-4EDC-A70E-A14952FD18AD}" type="datetimeFigureOut">
              <a:rPr lang="en-US" altLang="en-US"/>
              <a:pPr>
                <a:defRPr/>
              </a:pPr>
              <a:t>11/18/20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F3E4D-8F9D-452A-9619-25CD408456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5162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6B3F8-C22D-4E51-B6BF-5411BE7F1D41}" type="datetimeFigureOut">
              <a:rPr lang="en-US" altLang="en-US"/>
              <a:pPr>
                <a:defRPr/>
              </a:pPr>
              <a:t>11/18/20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F9DE95-4B11-4D79-ADF1-EDA8C0FFDB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3955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52310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94746421"/>
      </p:ext>
    </p:extLst>
  </p:cSld>
  <p:clrMapOvr>
    <a:masterClrMapping/>
  </p:clrMapOvr>
  <p:transition spd="slow"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BEAF23D-A9B2-4C15-9121-FA2A89710EEF}" type="datetimeFigureOut">
              <a:rPr lang="en-US" altLang="en-US"/>
              <a:pPr>
                <a:defRPr/>
              </a:pPr>
              <a:t>11/18/20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  <a:ea typeface="MS PGothic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B345321-C65E-4E56-95B2-75A4F1E31E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6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088" y="184150"/>
            <a:ext cx="17160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1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6453188"/>
            <a:ext cx="3384550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459" r:id="rId1"/>
    <p:sldLayoutId id="2147487460" r:id="rId2"/>
    <p:sldLayoutId id="2147487461" r:id="rId3"/>
    <p:sldLayoutId id="2147487462" r:id="rId4"/>
    <p:sldLayoutId id="2147487463" r:id="rId5"/>
    <p:sldLayoutId id="2147487464" r:id="rId6"/>
    <p:sldLayoutId id="2147487465" r:id="rId7"/>
    <p:sldLayoutId id="2147487466" r:id="rId8"/>
    <p:sldLayoutId id="2147487467" r:id="rId9"/>
    <p:sldLayoutId id="2147487468" r:id="rId10"/>
    <p:sldLayoutId id="2147487469" r:id="rId11"/>
    <p:sldLayoutId id="2147487471" r:id="rId12"/>
    <p:sldLayoutId id="2147487472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  <a:cs typeface="MS PGothic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  <a:cs typeface="MS PGothic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  <a:cs typeface="MS PGothic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  <a:cs typeface="MS PGothic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9A5DE-2D43-D64E-BBE4-9167E97627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User Requirements Based on the User Stories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6B2852-4B02-6B47-8770-9AA1EF206B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&lt;Group Name&gt;</a:t>
            </a:r>
          </a:p>
        </p:txBody>
      </p:sp>
    </p:spTree>
    <p:extLst>
      <p:ext uri="{BB962C8B-B14F-4D97-AF65-F5344CB8AC3E}">
        <p14:creationId xmlns:p14="http://schemas.microsoft.com/office/powerpoint/2010/main" val="2664301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857FE-06D5-BC4D-903E-9EA701D53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DBEC2C-0F51-094C-BCA3-7998B2616E27}"/>
              </a:ext>
            </a:extLst>
          </p:cNvPr>
          <p:cNvSpPr/>
          <p:nvPr/>
        </p:nvSpPr>
        <p:spPr>
          <a:xfrm>
            <a:off x="1447800" y="2025134"/>
            <a:ext cx="15240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C3C3C2-EE4F-274D-89D3-879BEC9C9E3E}"/>
              </a:ext>
            </a:extLst>
          </p:cNvPr>
          <p:cNvSpPr/>
          <p:nvPr/>
        </p:nvSpPr>
        <p:spPr>
          <a:xfrm>
            <a:off x="4343400" y="2025134"/>
            <a:ext cx="15240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C57DA1-84A4-EE4E-9BEE-D0B1111B0B94}"/>
              </a:ext>
            </a:extLst>
          </p:cNvPr>
          <p:cNvSpPr txBox="1"/>
          <p:nvPr/>
        </p:nvSpPr>
        <p:spPr>
          <a:xfrm>
            <a:off x="2246416" y="3593068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&lt;Description of User&gt;</a:t>
            </a:r>
          </a:p>
        </p:txBody>
      </p:sp>
    </p:spTree>
    <p:extLst>
      <p:ext uri="{BB962C8B-B14F-4D97-AF65-F5344CB8AC3E}">
        <p14:creationId xmlns:p14="http://schemas.microsoft.com/office/powerpoint/2010/main" val="3906161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706CD38-D450-C344-AA22-0F59C32CD8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User and Stories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EA5C7032-3D88-F040-80CF-27D390FF01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387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B9DC98-8ED8-6C44-A743-8C9DBF4BA19D}"/>
              </a:ext>
            </a:extLst>
          </p:cNvPr>
          <p:cNvSpPr/>
          <p:nvPr/>
        </p:nvSpPr>
        <p:spPr>
          <a:xfrm>
            <a:off x="1066800" y="472044"/>
            <a:ext cx="19050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2D6EE4-8B78-1B4E-AAC2-185C0B116EB5}"/>
              </a:ext>
            </a:extLst>
          </p:cNvPr>
          <p:cNvSpPr/>
          <p:nvPr/>
        </p:nvSpPr>
        <p:spPr>
          <a:xfrm>
            <a:off x="228600" y="1793174"/>
            <a:ext cx="38100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STORY 1</a:t>
            </a:r>
          </a:p>
          <a:p>
            <a:pPr algn="ctr"/>
            <a:r>
              <a:rPr lang="en-US" dirty="0"/>
              <a:t>As a {____}, I want to {_______}, So I can {________}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9EE9FC-C63C-A44D-AF2D-35FD673AF48B}"/>
              </a:ext>
            </a:extLst>
          </p:cNvPr>
          <p:cNvSpPr/>
          <p:nvPr/>
        </p:nvSpPr>
        <p:spPr>
          <a:xfrm>
            <a:off x="228600" y="2952997"/>
            <a:ext cx="38100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STORY 2</a:t>
            </a:r>
          </a:p>
          <a:p>
            <a:pPr algn="ctr"/>
            <a:r>
              <a:rPr lang="en-US" dirty="0"/>
              <a:t>As a {____}, I want to {_______}, So I can {________}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71C413-D747-0145-99FE-652A27EA6FBC}"/>
              </a:ext>
            </a:extLst>
          </p:cNvPr>
          <p:cNvSpPr/>
          <p:nvPr/>
        </p:nvSpPr>
        <p:spPr>
          <a:xfrm>
            <a:off x="228600" y="4130633"/>
            <a:ext cx="38100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STORY 3</a:t>
            </a:r>
          </a:p>
          <a:p>
            <a:pPr algn="ctr"/>
            <a:r>
              <a:rPr lang="en-US" dirty="0"/>
              <a:t>As a {____}, I want to {_______}, So I can {________}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93F016-E0A6-8646-93B2-029231AFBB23}"/>
              </a:ext>
            </a:extLst>
          </p:cNvPr>
          <p:cNvSpPr/>
          <p:nvPr/>
        </p:nvSpPr>
        <p:spPr>
          <a:xfrm>
            <a:off x="228600" y="5308269"/>
            <a:ext cx="38100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STORY 4</a:t>
            </a:r>
          </a:p>
          <a:p>
            <a:pPr algn="ctr"/>
            <a:r>
              <a:rPr lang="en-US" dirty="0"/>
              <a:t>As a {____}, I want to {_______}, So I can {________}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FC5429-6DDC-4142-BD7B-381F5309D6F8}"/>
              </a:ext>
            </a:extLst>
          </p:cNvPr>
          <p:cNvSpPr/>
          <p:nvPr/>
        </p:nvSpPr>
        <p:spPr>
          <a:xfrm>
            <a:off x="5120244" y="472044"/>
            <a:ext cx="1905000" cy="1066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E29468-EF40-4746-8698-7120C76F368A}"/>
              </a:ext>
            </a:extLst>
          </p:cNvPr>
          <p:cNvSpPr/>
          <p:nvPr/>
        </p:nvSpPr>
        <p:spPr>
          <a:xfrm>
            <a:off x="4282044" y="1793174"/>
            <a:ext cx="3810000" cy="1066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STORY 1</a:t>
            </a:r>
          </a:p>
          <a:p>
            <a:pPr algn="ctr"/>
            <a:r>
              <a:rPr lang="en-US" dirty="0"/>
              <a:t>As a {____}, I want to {_______}, So I can {________}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E6BA8B-35B2-214A-B362-96158F64A616}"/>
              </a:ext>
            </a:extLst>
          </p:cNvPr>
          <p:cNvSpPr/>
          <p:nvPr/>
        </p:nvSpPr>
        <p:spPr>
          <a:xfrm>
            <a:off x="4282044" y="2952997"/>
            <a:ext cx="3810000" cy="1066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STORY 2</a:t>
            </a:r>
          </a:p>
          <a:p>
            <a:pPr algn="ctr"/>
            <a:r>
              <a:rPr lang="en-US" dirty="0"/>
              <a:t>As a {____}, I want to {_______}, So I can {________}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4C5D6-FB74-674C-91AB-4919CB0AE081}"/>
              </a:ext>
            </a:extLst>
          </p:cNvPr>
          <p:cNvSpPr/>
          <p:nvPr/>
        </p:nvSpPr>
        <p:spPr>
          <a:xfrm>
            <a:off x="4282044" y="4130633"/>
            <a:ext cx="3810000" cy="1066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STORY 3</a:t>
            </a:r>
          </a:p>
          <a:p>
            <a:pPr algn="ctr"/>
            <a:r>
              <a:rPr lang="en-US" dirty="0"/>
              <a:t>As a {____}, I want to {_______}, So I can {________}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F10EFE-73B2-AB4D-8D2F-21DC0694FDCF}"/>
              </a:ext>
            </a:extLst>
          </p:cNvPr>
          <p:cNvSpPr/>
          <p:nvPr/>
        </p:nvSpPr>
        <p:spPr>
          <a:xfrm>
            <a:off x="4282044" y="5308269"/>
            <a:ext cx="3810000" cy="1066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STORY 4</a:t>
            </a:r>
          </a:p>
          <a:p>
            <a:pPr algn="ctr"/>
            <a:r>
              <a:rPr lang="en-US" dirty="0"/>
              <a:t>As a {____}, I want to {_______}, So I can {________}</a:t>
            </a:r>
          </a:p>
        </p:txBody>
      </p:sp>
    </p:spTree>
    <p:extLst>
      <p:ext uri="{BB962C8B-B14F-4D97-AF65-F5344CB8AC3E}">
        <p14:creationId xmlns:p14="http://schemas.microsoft.com/office/powerpoint/2010/main" val="1774548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CE4F0-F4FB-8A45-B962-0E16A76F6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28170"/>
            <a:ext cx="5181600" cy="639762"/>
          </a:xfrm>
        </p:spPr>
        <p:txBody>
          <a:bodyPr/>
          <a:lstStyle/>
          <a:p>
            <a:r>
              <a:rPr lang="en-US" dirty="0"/>
              <a:t>User Story Card - 1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ACF60C2-AFA3-814C-8796-B2C20CB79F16}"/>
              </a:ext>
            </a:extLst>
          </p:cNvPr>
          <p:cNvSpPr/>
          <p:nvPr/>
        </p:nvSpPr>
        <p:spPr>
          <a:xfrm>
            <a:off x="463216" y="3886200"/>
            <a:ext cx="3880185" cy="228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u="sng" dirty="0"/>
              <a:t>Description</a:t>
            </a:r>
          </a:p>
          <a:p>
            <a:pPr marL="342900" indent="-342900">
              <a:buAutoNum type="arabicPeriod"/>
            </a:pPr>
            <a:r>
              <a:rPr lang="en-MY" dirty="0"/>
              <a:t>Get the student information</a:t>
            </a:r>
          </a:p>
          <a:p>
            <a:pPr marL="342900" indent="-342900">
              <a:buAutoNum type="arabicPeriod"/>
            </a:pPr>
            <a:r>
              <a:rPr lang="en-MY" dirty="0"/>
              <a:t>Get the courses information</a:t>
            </a:r>
          </a:p>
          <a:p>
            <a:pPr marL="342900" indent="-342900">
              <a:buAutoNum type="arabicPeriod"/>
            </a:pPr>
            <a:r>
              <a:rPr lang="en-MY" dirty="0"/>
              <a:t>Calculate the number of credits</a:t>
            </a:r>
          </a:p>
          <a:p>
            <a:pPr marL="342900" indent="-342900">
              <a:buAutoNum type="arabicPeriod"/>
            </a:pPr>
            <a:r>
              <a:rPr lang="en-MY" dirty="0"/>
              <a:t>Check if the registration status</a:t>
            </a:r>
          </a:p>
          <a:p>
            <a:pPr marL="342900" indent="-342900">
              <a:buAutoNum type="arabicPeriod"/>
            </a:pPr>
            <a:r>
              <a:rPr lang="en-MY" dirty="0"/>
              <a:t>Display online list of registered courses</a:t>
            </a:r>
          </a:p>
          <a:p>
            <a:pPr marL="342900" indent="-342900">
              <a:buAutoNum type="arabicPeriod"/>
            </a:pPr>
            <a:r>
              <a:rPr lang="en-MY" dirty="0"/>
              <a:t>Display the study plan online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0585BE-35FF-8F4C-A664-7D4931EAE8F3}"/>
              </a:ext>
            </a:extLst>
          </p:cNvPr>
          <p:cNvSpPr/>
          <p:nvPr/>
        </p:nvSpPr>
        <p:spPr>
          <a:xfrm>
            <a:off x="463216" y="1165057"/>
            <a:ext cx="8217568" cy="6397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As a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557B47-9301-B446-8FD6-7EE20151BECB}"/>
              </a:ext>
            </a:extLst>
          </p:cNvPr>
          <p:cNvSpPr/>
          <p:nvPr/>
        </p:nvSpPr>
        <p:spPr>
          <a:xfrm>
            <a:off x="463216" y="2011113"/>
            <a:ext cx="8217568" cy="6397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I want to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3ACE37-8206-3B4F-B71F-97817C5B525C}"/>
              </a:ext>
            </a:extLst>
          </p:cNvPr>
          <p:cNvSpPr/>
          <p:nvPr/>
        </p:nvSpPr>
        <p:spPr>
          <a:xfrm>
            <a:off x="463216" y="2857169"/>
            <a:ext cx="8217568" cy="6397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/>
              <a:t>So I can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EA6CF35-687A-FA4E-BC5C-EEFDC98E4A5B}"/>
              </a:ext>
            </a:extLst>
          </p:cNvPr>
          <p:cNvSpPr/>
          <p:nvPr/>
        </p:nvSpPr>
        <p:spPr>
          <a:xfrm>
            <a:off x="4800601" y="3886200"/>
            <a:ext cx="3880185" cy="228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u="sng" dirty="0"/>
              <a:t>Acceptance Criteria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The courses can be registered </a:t>
            </a:r>
          </a:p>
          <a:p>
            <a:pPr marL="342900" indent="-342900">
              <a:buAutoNum type="arabicPeriod"/>
            </a:pPr>
            <a:r>
              <a:rPr lang="en-US" dirty="0"/>
              <a:t>The courses can be display</a:t>
            </a:r>
          </a:p>
          <a:p>
            <a:pPr marL="342900" indent="-342900">
              <a:buAutoNum type="arabicPeriod"/>
            </a:pPr>
            <a:r>
              <a:rPr lang="en-US" dirty="0"/>
              <a:t>The interface will be in suitable format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FB2429-4A7C-1E42-995E-442B227BA8A5}"/>
              </a:ext>
            </a:extLst>
          </p:cNvPr>
          <p:cNvSpPr/>
          <p:nvPr/>
        </p:nvSpPr>
        <p:spPr>
          <a:xfrm>
            <a:off x="2133600" y="1165057"/>
            <a:ext cx="6547184" cy="63976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Student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EF4A61-32A8-174E-9ADC-83D34623DAC6}"/>
              </a:ext>
            </a:extLst>
          </p:cNvPr>
          <p:cNvSpPr/>
          <p:nvPr/>
        </p:nvSpPr>
        <p:spPr>
          <a:xfrm>
            <a:off x="2133600" y="2011114"/>
            <a:ext cx="6547184" cy="63976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MY" b="1" dirty="0"/>
              <a:t>register my courses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419916-D4DE-164A-972A-0A43A40BF35B}"/>
              </a:ext>
            </a:extLst>
          </p:cNvPr>
          <p:cNvSpPr/>
          <p:nvPr/>
        </p:nvSpPr>
        <p:spPr>
          <a:xfrm>
            <a:off x="2133600" y="2846894"/>
            <a:ext cx="6547184" cy="63976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MY" b="1" dirty="0"/>
              <a:t>easily plan my study online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211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75CA4-00C8-384C-BA91-044DED7D2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CA8A87-002B-8C40-9500-64F88FB0261D}"/>
              </a:ext>
            </a:extLst>
          </p:cNvPr>
          <p:cNvSpPr/>
          <p:nvPr/>
        </p:nvSpPr>
        <p:spPr>
          <a:xfrm>
            <a:off x="533400" y="1600200"/>
            <a:ext cx="2514600" cy="838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1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DC23E-BF58-DF45-8EF8-B9D523F8294D}"/>
              </a:ext>
            </a:extLst>
          </p:cNvPr>
          <p:cNvSpPr/>
          <p:nvPr/>
        </p:nvSpPr>
        <p:spPr>
          <a:xfrm>
            <a:off x="3429000" y="1600200"/>
            <a:ext cx="2514600" cy="838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7A35C-E1CC-C44C-B95B-0F826F406BC1}"/>
              </a:ext>
            </a:extLst>
          </p:cNvPr>
          <p:cNvSpPr/>
          <p:nvPr/>
        </p:nvSpPr>
        <p:spPr>
          <a:xfrm>
            <a:off x="6324600" y="1600200"/>
            <a:ext cx="2514600" cy="838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System Admin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3FAD12D-4673-0E42-ADD0-5B09303F8B0A}"/>
              </a:ext>
            </a:extLst>
          </p:cNvPr>
          <p:cNvSpPr/>
          <p:nvPr/>
        </p:nvSpPr>
        <p:spPr>
          <a:xfrm>
            <a:off x="533400" y="2743200"/>
            <a:ext cx="2514600" cy="6858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Story 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913D37D-B795-AD47-85EA-2A7F7778FD16}"/>
              </a:ext>
            </a:extLst>
          </p:cNvPr>
          <p:cNvSpPr/>
          <p:nvPr/>
        </p:nvSpPr>
        <p:spPr>
          <a:xfrm>
            <a:off x="533400" y="3581400"/>
            <a:ext cx="2514600" cy="6858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Story 2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7A897ED-7F77-6E49-B6B0-691CE359C4AF}"/>
              </a:ext>
            </a:extLst>
          </p:cNvPr>
          <p:cNvSpPr/>
          <p:nvPr/>
        </p:nvSpPr>
        <p:spPr>
          <a:xfrm>
            <a:off x="553453" y="4419600"/>
            <a:ext cx="2514600" cy="6858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Story 3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93894D7-51F5-9B40-BE53-C32762F8E7B1}"/>
              </a:ext>
            </a:extLst>
          </p:cNvPr>
          <p:cNvSpPr/>
          <p:nvPr/>
        </p:nvSpPr>
        <p:spPr>
          <a:xfrm>
            <a:off x="3429000" y="2743200"/>
            <a:ext cx="2514600" cy="6858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Story 1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446B9C4-47A9-BE4C-94D2-E650B1B45E42}"/>
              </a:ext>
            </a:extLst>
          </p:cNvPr>
          <p:cNvSpPr/>
          <p:nvPr/>
        </p:nvSpPr>
        <p:spPr>
          <a:xfrm>
            <a:off x="3429000" y="3581400"/>
            <a:ext cx="2514600" cy="6858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Story 2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757A26-DBD3-2340-B661-53C2CC0E8487}"/>
              </a:ext>
            </a:extLst>
          </p:cNvPr>
          <p:cNvSpPr/>
          <p:nvPr/>
        </p:nvSpPr>
        <p:spPr>
          <a:xfrm>
            <a:off x="3449053" y="4419600"/>
            <a:ext cx="2514600" cy="6858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Story 3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71454CD-049E-354E-BB8C-760E8BB6BD06}"/>
              </a:ext>
            </a:extLst>
          </p:cNvPr>
          <p:cNvSpPr/>
          <p:nvPr/>
        </p:nvSpPr>
        <p:spPr>
          <a:xfrm>
            <a:off x="6308558" y="2711116"/>
            <a:ext cx="2514600" cy="6858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Story 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6FC18CA-A47A-9347-A41A-9895A4E6FBAC}"/>
              </a:ext>
            </a:extLst>
          </p:cNvPr>
          <p:cNvSpPr/>
          <p:nvPr/>
        </p:nvSpPr>
        <p:spPr>
          <a:xfrm>
            <a:off x="6308558" y="3549316"/>
            <a:ext cx="2514600" cy="6858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Story 2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9525406-DF88-3645-8C0A-88C733F6D709}"/>
              </a:ext>
            </a:extLst>
          </p:cNvPr>
          <p:cNvSpPr/>
          <p:nvPr/>
        </p:nvSpPr>
        <p:spPr>
          <a:xfrm>
            <a:off x="6328611" y="4387516"/>
            <a:ext cx="2514600" cy="6858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Story 3</a:t>
            </a:r>
          </a:p>
        </p:txBody>
      </p:sp>
    </p:spTree>
    <p:extLst>
      <p:ext uri="{BB962C8B-B14F-4D97-AF65-F5344CB8AC3E}">
        <p14:creationId xmlns:p14="http://schemas.microsoft.com/office/powerpoint/2010/main" val="1587440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4973E-2747-0540-810B-81409BCB8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228600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Application Schedule (Example)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52EBC9-AFDF-EF4A-87E1-B5AB4F990B02}"/>
              </a:ext>
            </a:extLst>
          </p:cNvPr>
          <p:cNvSpPr/>
          <p:nvPr/>
        </p:nvSpPr>
        <p:spPr>
          <a:xfrm>
            <a:off x="2481421" y="1949116"/>
            <a:ext cx="2011149" cy="838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C37CE8-F6A3-BF44-838D-45361134372F}"/>
              </a:ext>
            </a:extLst>
          </p:cNvPr>
          <p:cNvSpPr/>
          <p:nvPr/>
        </p:nvSpPr>
        <p:spPr>
          <a:xfrm>
            <a:off x="4691221" y="1949116"/>
            <a:ext cx="2011149" cy="838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73A090-3298-D541-85D6-A08C63C1848F}"/>
              </a:ext>
            </a:extLst>
          </p:cNvPr>
          <p:cNvSpPr/>
          <p:nvPr/>
        </p:nvSpPr>
        <p:spPr>
          <a:xfrm>
            <a:off x="6874822" y="1949116"/>
            <a:ext cx="2011149" cy="838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607FCE-8B9C-0942-8FE4-51320AE4E8F6}"/>
              </a:ext>
            </a:extLst>
          </p:cNvPr>
          <p:cNvSpPr/>
          <p:nvPr/>
        </p:nvSpPr>
        <p:spPr>
          <a:xfrm>
            <a:off x="2464598" y="3048000"/>
            <a:ext cx="2011149" cy="3048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Function 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96130AC-1142-0643-BDC4-51BB26AAD3DC}"/>
              </a:ext>
            </a:extLst>
          </p:cNvPr>
          <p:cNvSpPr/>
          <p:nvPr/>
        </p:nvSpPr>
        <p:spPr>
          <a:xfrm>
            <a:off x="2423426" y="3807449"/>
            <a:ext cx="2011149" cy="33688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Function 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4E40743-D79E-AE4A-A6D6-A5B41FA60C41}"/>
              </a:ext>
            </a:extLst>
          </p:cNvPr>
          <p:cNvSpPr/>
          <p:nvPr/>
        </p:nvSpPr>
        <p:spPr>
          <a:xfrm>
            <a:off x="2481205" y="4572000"/>
            <a:ext cx="2011149" cy="3048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Function 3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D3907E5-5B46-D441-8E27-B2A80CCAE98C}"/>
              </a:ext>
            </a:extLst>
          </p:cNvPr>
          <p:cNvSpPr/>
          <p:nvPr/>
        </p:nvSpPr>
        <p:spPr>
          <a:xfrm>
            <a:off x="4674398" y="3048000"/>
            <a:ext cx="2011149" cy="33688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Function 1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C7471B0-CD1F-E64A-8AFF-990EDC020608}"/>
              </a:ext>
            </a:extLst>
          </p:cNvPr>
          <p:cNvSpPr/>
          <p:nvPr/>
        </p:nvSpPr>
        <p:spPr>
          <a:xfrm>
            <a:off x="4660492" y="3842084"/>
            <a:ext cx="2011149" cy="33688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Function 2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D02777E-C306-1F4B-9EFF-A1534A9DF15F}"/>
              </a:ext>
            </a:extLst>
          </p:cNvPr>
          <p:cNvSpPr/>
          <p:nvPr/>
        </p:nvSpPr>
        <p:spPr>
          <a:xfrm>
            <a:off x="4691005" y="4572000"/>
            <a:ext cx="2011149" cy="3048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Function 3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B23C719-82CC-894B-96D4-122EC097F05A}"/>
              </a:ext>
            </a:extLst>
          </p:cNvPr>
          <p:cNvSpPr/>
          <p:nvPr/>
        </p:nvSpPr>
        <p:spPr>
          <a:xfrm>
            <a:off x="6841957" y="3015916"/>
            <a:ext cx="2011149" cy="33688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Function 1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64F5302-3DDA-F549-8C88-AEB24E9D9874}"/>
              </a:ext>
            </a:extLst>
          </p:cNvPr>
          <p:cNvSpPr/>
          <p:nvPr/>
        </p:nvSpPr>
        <p:spPr>
          <a:xfrm>
            <a:off x="6828051" y="3810000"/>
            <a:ext cx="2011149" cy="33688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Function 2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E61433D-5D93-EB43-9B7F-63EDFFAAE1AF}"/>
              </a:ext>
            </a:extLst>
          </p:cNvPr>
          <p:cNvSpPr/>
          <p:nvPr/>
        </p:nvSpPr>
        <p:spPr>
          <a:xfrm>
            <a:off x="6858564" y="4539916"/>
            <a:ext cx="2011149" cy="33688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Function 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E88AF33-6109-5547-AB73-B0F2445E442E}"/>
              </a:ext>
            </a:extLst>
          </p:cNvPr>
          <p:cNvCxnSpPr/>
          <p:nvPr/>
        </p:nvCxnSpPr>
        <p:spPr>
          <a:xfrm>
            <a:off x="1828800" y="1752600"/>
            <a:ext cx="0" cy="4724400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8FB0ED9-AA2F-524E-A92C-E636E053A734}"/>
              </a:ext>
            </a:extLst>
          </p:cNvPr>
          <p:cNvSpPr txBox="1"/>
          <p:nvPr/>
        </p:nvSpPr>
        <p:spPr>
          <a:xfrm>
            <a:off x="265780" y="3059875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Sprints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712160-1494-8E45-9BA3-275B067B4EE5}"/>
              </a:ext>
            </a:extLst>
          </p:cNvPr>
          <p:cNvSpPr txBox="1"/>
          <p:nvPr/>
        </p:nvSpPr>
        <p:spPr>
          <a:xfrm>
            <a:off x="291517" y="3826250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Sprints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193B2B-E448-3B4B-A2F9-FF78BA0115C5}"/>
              </a:ext>
            </a:extLst>
          </p:cNvPr>
          <p:cNvSpPr txBox="1"/>
          <p:nvPr/>
        </p:nvSpPr>
        <p:spPr>
          <a:xfrm>
            <a:off x="322030" y="4495800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Sprints 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B7DF08B-B6BB-1648-BC10-F7D73541423E}"/>
              </a:ext>
            </a:extLst>
          </p:cNvPr>
          <p:cNvCxnSpPr/>
          <p:nvPr/>
        </p:nvCxnSpPr>
        <p:spPr>
          <a:xfrm>
            <a:off x="265780" y="3657600"/>
            <a:ext cx="8649620" cy="0"/>
          </a:xfrm>
          <a:prstGeom prst="line">
            <a:avLst/>
          </a:prstGeom>
          <a:ln w="19050">
            <a:solidFill>
              <a:srgbClr val="7030A0"/>
            </a:solidFill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78FFAD5-9908-2740-9040-D44B4C30858A}"/>
              </a:ext>
            </a:extLst>
          </p:cNvPr>
          <p:cNvCxnSpPr/>
          <p:nvPr/>
        </p:nvCxnSpPr>
        <p:spPr>
          <a:xfrm>
            <a:off x="228600" y="4343400"/>
            <a:ext cx="8649620" cy="0"/>
          </a:xfrm>
          <a:prstGeom prst="line">
            <a:avLst/>
          </a:prstGeom>
          <a:ln w="19050">
            <a:solidFill>
              <a:srgbClr val="7030A0"/>
            </a:solidFill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7FF374A-DC18-C742-826B-A16F7CB7C70B}"/>
              </a:ext>
            </a:extLst>
          </p:cNvPr>
          <p:cNvCxnSpPr/>
          <p:nvPr/>
        </p:nvCxnSpPr>
        <p:spPr>
          <a:xfrm>
            <a:off x="265780" y="5105400"/>
            <a:ext cx="8649620" cy="0"/>
          </a:xfrm>
          <a:prstGeom prst="line">
            <a:avLst/>
          </a:prstGeom>
          <a:ln w="19050">
            <a:solidFill>
              <a:srgbClr val="7030A0"/>
            </a:solidFill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036308"/>
      </p:ext>
    </p:extLst>
  </p:cSld>
  <p:clrMapOvr>
    <a:masterClrMapping/>
  </p:clrMapOvr>
</p:sld>
</file>

<file path=ppt/theme/theme1.xml><?xml version="1.0" encoding="utf-8"?>
<a:theme xmlns:a="http://schemas.openxmlformats.org/drawingml/2006/main" name="Slide Rasmi UTM 2015 tagline engli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31194</TotalTime>
  <Words>271</Words>
  <Application>Microsoft Macintosh PowerPoint</Application>
  <PresentationFormat>On-screen Show (4:3)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Slide Rasmi UTM 2015 tagline english</vt:lpstr>
      <vt:lpstr>User Requirements Based on the User Stories</vt:lpstr>
      <vt:lpstr>Users</vt:lpstr>
      <vt:lpstr>User and Stories</vt:lpstr>
      <vt:lpstr>PowerPoint Presentation</vt:lpstr>
      <vt:lpstr>User Story Card - 1</vt:lpstr>
      <vt:lpstr>Application</vt:lpstr>
      <vt:lpstr>Application Schedule (Example)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MOHD SHAFRY BIN MOHD RAHIM</cp:lastModifiedBy>
  <cp:revision>285</cp:revision>
  <cp:lastPrinted>2015-09-07T04:19:50Z</cp:lastPrinted>
  <dcterms:modified xsi:type="dcterms:W3CDTF">2020-11-18T09:33:56Z</dcterms:modified>
</cp:coreProperties>
</file>