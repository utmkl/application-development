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497" r:id="rId11"/>
    <p:sldId id="498" r:id="rId12"/>
    <p:sldId id="499" r:id="rId13"/>
    <p:sldId id="500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0" roundtripDataSignature="AMtx7mgjuSomshYzn+/4/7nxiM6PziWW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45"/>
    <p:restoredTop sz="94697"/>
  </p:normalViewPr>
  <p:slideViewPr>
    <p:cSldViewPr snapToGrid="0">
      <p:cViewPr varScale="1">
        <p:scale>
          <a:sx n="70" d="100"/>
          <a:sy n="70" d="100"/>
        </p:scale>
        <p:origin x="216" y="10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133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3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13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13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1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ayout01">
  <p:cSld name="Layout0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4" descr="Background pattern&#10;&#10;Description automatically generated"/>
          <p:cNvPicPr preferRelativeResize="0"/>
          <p:nvPr/>
        </p:nvPicPr>
        <p:blipFill rotWithShape="1">
          <a:blip r:embed="rId2">
            <a:alphaModFix amt="63000"/>
          </a:blip>
          <a:srcRect/>
          <a:stretch/>
        </p:blipFill>
        <p:spPr>
          <a:xfrm rot="10800000" flipH="1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/>
          <p:nvPr/>
        </p:nvSpPr>
        <p:spPr>
          <a:xfrm rot="10800000" flipH="1">
            <a:off x="2395148" y="-4501"/>
            <a:ext cx="4843223" cy="6862501"/>
          </a:xfrm>
          <a:custGeom>
            <a:avLst/>
            <a:gdLst/>
            <a:ahLst/>
            <a:cxnLst/>
            <a:rect l="l" t="t" r="r" b="b"/>
            <a:pathLst>
              <a:path w="3347129" h="6834887" extrusionOk="0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05">
  <p:cSld name="Layout05">
    <p:bg>
      <p:bgPr>
        <a:solidFill>
          <a:srgbClr val="6C1D35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19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" name="Google Shape;48;p19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1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2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3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07">
  <p:cSld name="Layout07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1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>
            <a:spLocks noGrp="1"/>
          </p:cNvSpPr>
          <p:nvPr>
            <p:ph type="pic" idx="2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65" name="Google Shape;65;p21"/>
          <p:cNvSpPr>
            <a:spLocks noGrp="1"/>
          </p:cNvSpPr>
          <p:nvPr>
            <p:ph type="pic" idx="3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66" name="Google Shape;66;p21"/>
          <p:cNvSpPr>
            <a:spLocks noGrp="1"/>
          </p:cNvSpPr>
          <p:nvPr>
            <p:ph type="pic" idx="4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08">
  <p:cSld name="Layout08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/>
          <p:nvPr/>
        </p:nvSpPr>
        <p:spPr>
          <a:xfrm>
            <a:off x="3708" y="-6351"/>
            <a:ext cx="1229395" cy="6458089"/>
          </a:xfrm>
          <a:custGeom>
            <a:avLst/>
            <a:gdLst/>
            <a:ahLst/>
            <a:cxnLst/>
            <a:rect l="l" t="t" r="r" b="b"/>
            <a:pathLst>
              <a:path w="1229395" h="6458089" extrusionOk="0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2"/>
          <p:cNvSpPr/>
          <p:nvPr/>
        </p:nvSpPr>
        <p:spPr>
          <a:xfrm rot="10800000">
            <a:off x="4596135" y="-6351"/>
            <a:ext cx="1229395" cy="6458089"/>
          </a:xfrm>
          <a:custGeom>
            <a:avLst/>
            <a:gdLst/>
            <a:ahLst/>
            <a:cxnLst/>
            <a:rect l="l" t="t" r="r" b="b"/>
            <a:pathLst>
              <a:path w="1229395" h="6458089" extrusionOk="0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22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2"/>
          <p:cNvSpPr>
            <a:spLocks noGrp="1"/>
          </p:cNvSpPr>
          <p:nvPr>
            <p:ph type="pic" idx="2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09">
  <p:cSld name="Layout09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3"/>
          <p:cNvSpPr txBox="1">
            <a:spLocks noGrp="1"/>
          </p:cNvSpPr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>
            <a:spLocks noGrp="1"/>
          </p:cNvSpPr>
          <p:nvPr>
            <p:ph type="pic" idx="2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3"/>
          <p:cNvSpPr txBox="1">
            <a:spLocks noGrp="1"/>
          </p:cNvSpPr>
          <p:nvPr>
            <p:ph type="body" idx="1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10">
  <p:cSld name="Layout10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4"/>
          <p:cNvSpPr/>
          <p:nvPr/>
        </p:nvSpPr>
        <p:spPr>
          <a:xfrm>
            <a:off x="0" y="-13856"/>
            <a:ext cx="8423564" cy="6871855"/>
          </a:xfrm>
          <a:custGeom>
            <a:avLst/>
            <a:gdLst/>
            <a:ahLst/>
            <a:cxnLst/>
            <a:rect l="l" t="t" r="r" b="b"/>
            <a:pathLst>
              <a:path w="8423564" h="6871855" extrusionOk="0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4"/>
          <p:cNvSpPr txBox="1">
            <a:spLocks noGrp="1"/>
          </p:cNvSpPr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>
            <a:spLocks noGrp="1"/>
          </p:cNvSpPr>
          <p:nvPr>
            <p:ph type="pic" idx="2"/>
          </p:nvPr>
        </p:nvSpPr>
        <p:spPr>
          <a:xfrm>
            <a:off x="0" y="-13856"/>
            <a:ext cx="7647882" cy="6871856"/>
          </a:xfrm>
          <a:prstGeom prst="parallelogram">
            <a:avLst>
              <a:gd name="adj" fmla="val 33669"/>
            </a:avLst>
          </a:prstGeom>
          <a:noFill/>
          <a:ln>
            <a:noFill/>
          </a:ln>
        </p:spPr>
      </p:sp>
      <p:sp>
        <p:nvSpPr>
          <p:cNvPr id="84" name="Google Shape;84;p24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11">
  <p:cSld name="Layout11">
    <p:bg>
      <p:bgPr>
        <a:solidFill>
          <a:srgbClr val="6C1D35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12">
  <p:cSld name="Layout1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6"/>
          <p:cNvSpPr>
            <a:spLocks noGrp="1"/>
          </p:cNvSpPr>
          <p:nvPr>
            <p:ph type="pic" idx="2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6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6"/>
          <p:cNvSpPr/>
          <p:nvPr/>
        </p:nvSpPr>
        <p:spPr>
          <a:xfrm rot="10800000">
            <a:off x="5250869" y="0"/>
            <a:ext cx="6858001" cy="6885707"/>
          </a:xfrm>
          <a:custGeom>
            <a:avLst/>
            <a:gdLst/>
            <a:ahLst/>
            <a:cxnLst/>
            <a:rect l="l" t="t" r="r" b="b"/>
            <a:pathLst>
              <a:path w="4503556" h="6858000" extrusionOk="0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6"/>
          <p:cNvSpPr txBox="1">
            <a:spLocks noGrp="1"/>
          </p:cNvSpPr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6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15">
  <p:cSld name="Layout15">
    <p:bg>
      <p:bgPr>
        <a:solidFill>
          <a:srgbClr val="6C1D3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9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16">
  <p:cSld name="Layout16">
    <p:bg>
      <p:bgPr>
        <a:solidFill>
          <a:srgbClr val="F2F2F2">
            <a:alpha val="33725"/>
          </a:srgbClr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0"/>
          <p:cNvSpPr/>
          <p:nvPr/>
        </p:nvSpPr>
        <p:spPr>
          <a:xfrm>
            <a:off x="139272" y="0"/>
            <a:ext cx="1132546" cy="791286"/>
          </a:xfrm>
          <a:custGeom>
            <a:avLst/>
            <a:gdLst/>
            <a:ahLst/>
            <a:cxnLst/>
            <a:rect l="l" t="t" r="r" b="b"/>
            <a:pathLst>
              <a:path w="1132546" h="791286" extrusionOk="0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0"/>
          <p:cNvSpPr/>
          <p:nvPr/>
        </p:nvSpPr>
        <p:spPr>
          <a:xfrm>
            <a:off x="948611" y="256369"/>
            <a:ext cx="8704157" cy="791286"/>
          </a:xfrm>
          <a:custGeom>
            <a:avLst/>
            <a:gdLst/>
            <a:ahLst/>
            <a:cxnLst/>
            <a:rect l="l" t="t" r="r" b="b"/>
            <a:pathLst>
              <a:path w="10510654" h="791286" extrusionOk="0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0"/>
          <p:cNvSpPr/>
          <p:nvPr/>
        </p:nvSpPr>
        <p:spPr>
          <a:xfrm>
            <a:off x="0" y="0"/>
            <a:ext cx="1132546" cy="791286"/>
          </a:xfrm>
          <a:custGeom>
            <a:avLst/>
            <a:gdLst/>
            <a:ahLst/>
            <a:cxnLst/>
            <a:rect l="l" t="t" r="r" b="b"/>
            <a:pathLst>
              <a:path w="1132546" h="791286" extrusionOk="0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0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17">
  <p:cSld name="Layout17">
    <p:bg>
      <p:bgPr>
        <a:solidFill>
          <a:srgbClr val="F2F2F2">
            <a:alpha val="33725"/>
          </a:srgbClr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/>
          <p:nvPr/>
        </p:nvSpPr>
        <p:spPr>
          <a:xfrm>
            <a:off x="8688288" y="253363"/>
            <a:ext cx="1091121" cy="781258"/>
          </a:xfrm>
          <a:custGeom>
            <a:avLst/>
            <a:gdLst/>
            <a:ahLst/>
            <a:cxnLst/>
            <a:rect l="l" t="t" r="r" b="b"/>
            <a:pathLst>
              <a:path w="1110304" h="794993" extrusionOk="0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1"/>
          <p:cNvSpPr/>
          <p:nvPr/>
        </p:nvSpPr>
        <p:spPr>
          <a:xfrm>
            <a:off x="139272" y="0"/>
            <a:ext cx="1132546" cy="791286"/>
          </a:xfrm>
          <a:custGeom>
            <a:avLst/>
            <a:gdLst/>
            <a:ahLst/>
            <a:cxnLst/>
            <a:rect l="l" t="t" r="r" b="b"/>
            <a:pathLst>
              <a:path w="1132546" h="791286" extrusionOk="0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1"/>
          <p:cNvSpPr/>
          <p:nvPr/>
        </p:nvSpPr>
        <p:spPr>
          <a:xfrm>
            <a:off x="948611" y="256369"/>
            <a:ext cx="8704157" cy="791286"/>
          </a:xfrm>
          <a:custGeom>
            <a:avLst/>
            <a:gdLst/>
            <a:ahLst/>
            <a:cxnLst/>
            <a:rect l="l" t="t" r="r" b="b"/>
            <a:pathLst>
              <a:path w="10510654" h="791286" extrusionOk="0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1"/>
          <p:cNvSpPr/>
          <p:nvPr/>
        </p:nvSpPr>
        <p:spPr>
          <a:xfrm>
            <a:off x="0" y="0"/>
            <a:ext cx="1132546" cy="791286"/>
          </a:xfrm>
          <a:custGeom>
            <a:avLst/>
            <a:gdLst/>
            <a:ahLst/>
            <a:cxnLst/>
            <a:rect l="l" t="t" r="r" b="b"/>
            <a:pathLst>
              <a:path w="1132546" h="791286" extrusionOk="0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1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31"/>
          <p:cNvSpPr txBox="1">
            <a:spLocks noGrp="1"/>
          </p:cNvSpPr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18">
  <p:cSld name="Layout18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2"/>
          <p:cNvSpPr/>
          <p:nvPr/>
        </p:nvSpPr>
        <p:spPr>
          <a:xfrm flipH="1">
            <a:off x="0" y="0"/>
            <a:ext cx="12192000" cy="6329548"/>
          </a:xfrm>
          <a:custGeom>
            <a:avLst/>
            <a:gdLst/>
            <a:ahLst/>
            <a:cxnLst/>
            <a:rect l="l" t="t" r="r" b="b"/>
            <a:pathLst>
              <a:path w="10003" h="10000" extrusionOk="0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w="12700" cap="flat" cmpd="sng">
            <a:solidFill>
              <a:srgbClr val="5F192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2"/>
          <p:cNvSpPr txBox="1">
            <a:spLocks noGrp="1"/>
          </p:cNvSpPr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2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19">
  <p:cSld name="Layout19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8627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3"/>
          <p:cNvSpPr>
            <a:spLocks noGrp="1"/>
          </p:cNvSpPr>
          <p:nvPr>
            <p:ph type="pic" idx="2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33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20">
  <p:cSld name="Layout20">
    <p:bg>
      <p:bgPr>
        <a:solidFill>
          <a:srgbClr val="4B473E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4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5" name="Google Shape;135;p34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22">
  <p:cSld name="Layout22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6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36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23">
  <p:cSld name="Layout23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37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24">
  <p:cSld name="Layout24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"/>
          <p:cNvSpPr/>
          <p:nvPr/>
        </p:nvSpPr>
        <p:spPr>
          <a:xfrm>
            <a:off x="0" y="-2845"/>
            <a:ext cx="7528884" cy="6130513"/>
          </a:xfrm>
          <a:custGeom>
            <a:avLst/>
            <a:gdLst/>
            <a:ahLst/>
            <a:cxnLst/>
            <a:rect l="l" t="t" r="r" b="b"/>
            <a:pathLst>
              <a:path w="3323801" h="6130513" extrusionOk="0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8"/>
          <p:cNvSpPr txBox="1">
            <a:spLocks noGrp="1"/>
          </p:cNvSpPr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8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38"/>
          <p:cNvSpPr>
            <a:spLocks noGrp="1"/>
          </p:cNvSpPr>
          <p:nvPr>
            <p:ph type="pic" idx="2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25">
  <p:cSld name="Layout25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9"/>
          <p:cNvSpPr/>
          <p:nvPr/>
        </p:nvSpPr>
        <p:spPr>
          <a:xfrm>
            <a:off x="0" y="-2845"/>
            <a:ext cx="7528884" cy="6486772"/>
          </a:xfrm>
          <a:custGeom>
            <a:avLst/>
            <a:gdLst/>
            <a:ahLst/>
            <a:cxnLst/>
            <a:rect l="l" t="t" r="r" b="b"/>
            <a:pathLst>
              <a:path w="3323801" h="6130513" extrusionOk="0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9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9"/>
          <p:cNvSpPr>
            <a:spLocks noGrp="1"/>
          </p:cNvSpPr>
          <p:nvPr>
            <p:ph type="pic" idx="2"/>
          </p:nvPr>
        </p:nvSpPr>
        <p:spPr>
          <a:xfrm>
            <a:off x="824948" y="2225675"/>
            <a:ext cx="1709530" cy="3702050"/>
          </a:xfrm>
          <a:prstGeom prst="roundRect">
            <a:avLst>
              <a:gd name="adj" fmla="val 7790"/>
            </a:avLst>
          </a:prstGeom>
          <a:noFill/>
          <a:ln>
            <a:noFill/>
          </a:ln>
        </p:spPr>
      </p:sp>
      <p:pic>
        <p:nvPicPr>
          <p:cNvPr id="158" name="Google Shape;15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9"/>
          <p:cNvSpPr>
            <a:spLocks noGrp="1"/>
          </p:cNvSpPr>
          <p:nvPr>
            <p:ph type="pic" idx="3"/>
          </p:nvPr>
        </p:nvSpPr>
        <p:spPr>
          <a:xfrm>
            <a:off x="2869284" y="1977842"/>
            <a:ext cx="3185349" cy="4266203"/>
          </a:xfrm>
          <a:prstGeom prst="roundRect">
            <a:avLst>
              <a:gd name="adj" fmla="val 1868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4" name="Google Shape;164;p4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5" name="Google Shape;165;p40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9" name="Google Shape;169;p4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0" name="Google Shape;170;p41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3A58E-590A-4F09-8E3D-DE98EE761A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860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13F23-6D3A-4342-AECD-20A8DA6BE8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234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90DF-48F5-D244-A4BF-F817B9DCE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F3819-ED62-AB48-8EBD-129CEE5B2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79DBA-C5EC-914D-B462-B274E35BB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56B6-A9E0-2E45-9907-C42F64ED0B9B}" type="datetimeFigureOut">
              <a:rPr lang="en-US" smtClean="0"/>
              <a:t>5/22/22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49F93-1DB6-5C4C-85D3-5A650148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D14B6-A64E-7944-8BA5-6B4AE61F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BD39D-47BE-6F44-9ADB-2D7A8935A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8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33725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name="adj" fmla="val 4389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13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name="adj" fmla="val 4389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13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/>
          <p:nvPr/>
        </p:nvSpPr>
        <p:spPr>
          <a:xfrm>
            <a:off x="10328961" y="1"/>
            <a:ext cx="1860468" cy="780222"/>
          </a:xfrm>
          <a:custGeom>
            <a:avLst/>
            <a:gdLst/>
            <a:ahLst/>
            <a:cxnLst/>
            <a:rect l="l" t="t" r="r" b="b"/>
            <a:pathLst>
              <a:path w="1860468" h="997527" extrusionOk="0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3" descr="Logo&#10;&#10;Description automatically generated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82" r:id="rId22"/>
    <p:sldLayoutId id="2147483684" r:id="rId2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E944-F800-AF47-B495-BE32203C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</a:t>
            </a:r>
          </a:p>
        </p:txBody>
      </p:sp>
    </p:spTree>
    <p:extLst>
      <p:ext uri="{BB962C8B-B14F-4D97-AF65-F5344CB8AC3E}">
        <p14:creationId xmlns:p14="http://schemas.microsoft.com/office/powerpoint/2010/main" val="1967144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1813A-1CE8-E74A-A28E-838208F88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E95D-3BAD-9049-BAB3-7CAC3C120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your user &amp; requirement</a:t>
            </a:r>
          </a:p>
          <a:p>
            <a:r>
              <a:rPr lang="en-US" dirty="0"/>
              <a:t>List down the actor</a:t>
            </a:r>
          </a:p>
          <a:p>
            <a:r>
              <a:rPr lang="en-US" dirty="0"/>
              <a:t>Design UML Diagram </a:t>
            </a:r>
          </a:p>
          <a:p>
            <a:r>
              <a:rPr lang="en-US" dirty="0"/>
              <a:t>Sequence Diagram</a:t>
            </a:r>
          </a:p>
          <a:p>
            <a:r>
              <a:rPr lang="en-US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3475093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se Case Diagram of Hotel Reservation System">
            <a:extLst>
              <a:ext uri="{FF2B5EF4-FFF2-40B4-BE49-F238E27FC236}">
                <a16:creationId xmlns:a16="http://schemas.microsoft.com/office/drawing/2014/main" id="{7C896BD7-88DA-D24B-91A4-F97E8B5D1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763" y="151292"/>
            <a:ext cx="8570325" cy="622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339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nline Car Rental System UML Diagrams | Itsourcecode.com">
            <a:extLst>
              <a:ext uri="{FF2B5EF4-FFF2-40B4-BE49-F238E27FC236}">
                <a16:creationId xmlns:a16="http://schemas.microsoft.com/office/drawing/2014/main" id="{C2B80B96-B7EA-E844-94EE-5EA2FCA1A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27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box and whisker chart&#10;&#10;Description automatically generated">
            <a:extLst>
              <a:ext uri="{FF2B5EF4-FFF2-40B4-BE49-F238E27FC236}">
                <a16:creationId xmlns:a16="http://schemas.microsoft.com/office/drawing/2014/main" id="{D8E5990D-C64A-5D48-83D7-51B8253F93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68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382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ar Rental System User - Sequence Diagram Template. You can use this sequence  diagram template to get started right away… | Sequence diagram, Class  diagram, Diagram">
            <a:extLst>
              <a:ext uri="{FF2B5EF4-FFF2-40B4-BE49-F238E27FC236}">
                <a16:creationId xmlns:a16="http://schemas.microsoft.com/office/drawing/2014/main" id="{39272C53-D3CC-8B45-86FC-2D0D2319D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0"/>
            <a:ext cx="11626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50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xcerpt of the Class Diagram for the Car Rental system | Download  Scientific Diagram">
            <a:extLst>
              <a:ext uri="{FF2B5EF4-FFF2-40B4-BE49-F238E27FC236}">
                <a16:creationId xmlns:a16="http://schemas.microsoft.com/office/drawing/2014/main" id="{F4089FF7-A50D-804A-A04A-E499BEF7A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0" y="0"/>
            <a:ext cx="7429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78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otel Reservation System Class | Creately">
            <a:extLst>
              <a:ext uri="{FF2B5EF4-FFF2-40B4-BE49-F238E27FC236}">
                <a16:creationId xmlns:a16="http://schemas.microsoft.com/office/drawing/2014/main" id="{1D75B33C-D729-4D4B-91AB-691DA1D9C8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48" name="Picture 4" descr="Pin on Guides and Tutorials">
            <a:extLst>
              <a:ext uri="{FF2B5EF4-FFF2-40B4-BE49-F238E27FC236}">
                <a16:creationId xmlns:a16="http://schemas.microsoft.com/office/drawing/2014/main" id="{B91344FB-715F-7D44-8CB4-E8C6F0496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13" y="0"/>
            <a:ext cx="91455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84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AEE42AC1-9E62-0E4C-AC9F-0C29AD3C1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0"/>
            <a:ext cx="9528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118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8BE2-B532-6A42-B604-D7C67E471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03" y="2120702"/>
            <a:ext cx="4901797" cy="2644293"/>
          </a:xfrm>
        </p:spPr>
        <p:txBody>
          <a:bodyPr/>
          <a:lstStyle/>
          <a:p>
            <a:r>
              <a:rPr lang="en-US" dirty="0"/>
              <a:t>ENTITY RELATIONSHIP DIAGRAM</a:t>
            </a:r>
            <a:br>
              <a:rPr lang="en-US" dirty="0"/>
            </a:br>
            <a:r>
              <a:rPr lang="en-US" dirty="0"/>
              <a:t>(ERD)</a:t>
            </a:r>
          </a:p>
        </p:txBody>
      </p:sp>
    </p:spTree>
    <p:extLst>
      <p:ext uri="{BB962C8B-B14F-4D97-AF65-F5344CB8AC3E}">
        <p14:creationId xmlns:p14="http://schemas.microsoft.com/office/powerpoint/2010/main" val="897049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8E14-11E9-1546-A8B3-EF02F7E2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Terminology 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D03F8-4228-D44E-9057-0ACAA65C3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/>
              <a:t>Entity</a:t>
            </a:r>
          </a:p>
          <a:p>
            <a:r>
              <a:rPr lang="en-US" sz="2000"/>
              <a:t>Relationship</a:t>
            </a:r>
          </a:p>
          <a:p>
            <a:r>
              <a:rPr lang="en-US" sz="2000"/>
              <a:t>Attribute</a:t>
            </a:r>
          </a:p>
          <a:p>
            <a:r>
              <a:rPr lang="en-US" sz="2000"/>
              <a:t>Primary Key</a:t>
            </a:r>
          </a:p>
          <a:p>
            <a:r>
              <a:rPr lang="en-US" sz="2000"/>
              <a:t>Secondary key</a:t>
            </a:r>
          </a:p>
        </p:txBody>
      </p:sp>
      <p:pic>
        <p:nvPicPr>
          <p:cNvPr id="10242" name="Picture 2" descr="database - How to represent an attribute of an entity on which entity is  subdivided in an er diagram? - Stack Overflow">
            <a:extLst>
              <a:ext uri="{FF2B5EF4-FFF2-40B4-BE49-F238E27FC236}">
                <a16:creationId xmlns:a16="http://schemas.microsoft.com/office/drawing/2014/main" id="{00C3EDBE-E2A0-E246-8FBF-BCE733227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46240" y="807593"/>
            <a:ext cx="5738574" cy="523956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55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Online Car Rental System ER Diagram">
            <a:extLst>
              <a:ext uri="{FF2B5EF4-FFF2-40B4-BE49-F238E27FC236}">
                <a16:creationId xmlns:a16="http://schemas.microsoft.com/office/drawing/2014/main" id="{6EF39E67-7E91-2947-A326-85F869002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63" y="0"/>
            <a:ext cx="96916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499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ER Diagram for Online Hotel Reservation System">
            <a:extLst>
              <a:ext uri="{FF2B5EF4-FFF2-40B4-BE49-F238E27FC236}">
                <a16:creationId xmlns:a16="http://schemas.microsoft.com/office/drawing/2014/main" id="{FEB6D525-C964-1347-A23E-B39CBF64F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2914E1B3-9741-8644-9074-40F00E491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34950"/>
            <a:ext cx="10858500" cy="638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23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9842</TotalTime>
  <Words>36</Words>
  <Application>Microsoft Macintosh PowerPoint</Application>
  <PresentationFormat>Widescreen</PresentationFormat>
  <Paragraphs>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Roboto</vt:lpstr>
      <vt:lpstr>Arial</vt:lpstr>
      <vt:lpstr>Lato</vt:lpstr>
      <vt:lpstr>Office Theme</vt:lpstr>
      <vt:lpstr>Software Design</vt:lpstr>
      <vt:lpstr>Software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ENTITY RELATIONSHIP DIAGRAM (ERD)</vt:lpstr>
      <vt:lpstr>Terminology ERD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Image Segmentation Approaches for Diagnostic Analytics</dc:title>
  <dc:creator>Microsoft Office User</dc:creator>
  <cp:lastModifiedBy>MOHD SHAFRY BIN MOHD RAHIM</cp:lastModifiedBy>
  <cp:revision>39</cp:revision>
  <dcterms:created xsi:type="dcterms:W3CDTF">2021-08-03T04:10:33Z</dcterms:created>
  <dcterms:modified xsi:type="dcterms:W3CDTF">2022-05-21T23:47:00Z</dcterms:modified>
</cp:coreProperties>
</file>