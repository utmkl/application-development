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15"/>
  </p:normalViewPr>
  <p:slideViewPr>
    <p:cSldViewPr snapToGrid="0" snapToObjects="1">
      <p:cViewPr varScale="1">
        <p:scale>
          <a:sx n="115" d="100"/>
          <a:sy n="115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8A-BF2D-0E44-97D1-A2F69DAB2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21312-FAB7-0E42-867E-BEE43A97D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9A6F0-5EF2-D84C-BAA1-C08EF456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3E32E-8B91-4E4A-9D95-03D8D652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64531-CFFD-7F43-9C2D-B8D6EDE8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11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D7E7-B517-044E-BD67-F3521D20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43EC4-F00F-4B46-90EB-F98B1882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B91CD-284F-E847-813C-E94D76CA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9703C-AAC9-E34E-9A14-02CEADBF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CACE9-8433-3A48-9674-2937D6CA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389B-A6FB-424C-936F-AD879CE1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38C9-61A8-C546-A4D0-E695B12C7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E67F-81BF-BB4C-ACA2-CADAD788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D966A-49F8-3647-B4BB-A94F53C4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52E1-5DFD-3641-954D-5A999CD5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4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2250-22AF-4941-B993-B252196F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5EEAE-32C9-EC46-BBF9-6C401BE74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0187-B80B-824B-B902-E1EFB6E9A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065BF-A09B-C542-B818-4098877E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5B24A-63EC-8347-BBC9-8391F4E0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8C5B5-70FD-1448-A188-448A91FE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3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97C6-D33D-5F48-AF46-5E9126B1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D9089-E3A2-BB4D-87CB-5E72E39E7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85D2C-4760-BF4A-AFD4-AA84C6BA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997C9-6BAD-E643-BD28-699763519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4D4B5-F442-854A-84C3-844DF02FC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C5124-FFB3-E345-B8A2-D909B21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2FF17-CCA7-5F4C-9449-775B159A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05CCD-2F29-4E41-932C-97AF2FB3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2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F00A-D8E8-E949-AC68-B3027475C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45AB2-1D69-F44B-B6D1-7F9FB343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5D97F-E057-6F4E-A8CB-301025DA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43EE4-6D98-7548-97CB-EE5BBDEA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1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C3FDB-3F7F-1F47-8C8F-3821F7FF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D5099-5ACC-CA47-A416-2BC987D3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C9DA8-C1D9-5648-AEAA-4B2A7FA4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1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4FA3-7A2D-F84B-BB8C-833BAF0E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79FA-26FC-434E-B071-C0D0FB569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041F6-6C4E-674B-BCB5-CF4B00B68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D4ED8-9790-4B40-B011-EC35DD09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F349A-FE48-7243-8D1F-A68A5A1A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CBC28-180C-1B46-ACB8-88691AEA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BAE6-14DC-154F-95DD-7427C8EE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8B86C-0244-1D4D-ADEC-12512D633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C16EC-300B-5443-AEB4-FF55A9AE4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C6305-5D70-4840-965B-A08C78CA3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7C178-C658-884B-B1E3-2F2E2CD7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DC59A-DEBE-D74A-9FED-A526FEBF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9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9DCB-A2D4-6D44-9FC8-F92F83E9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7668B-ED77-EB4F-9989-ECFAE6550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19D86-45E7-2C4D-93D6-E0979A0C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53B5C-2865-7B40-980E-E8D3538E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1F9C1-A23B-5845-874C-6BEF4B4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FE13E-CA2D-E040-93EC-21C20810D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ECD06-3427-D140-824C-12E34428F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CD6A5-51BC-704B-A878-BB02CD77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E5ECC-4BDD-7F4E-8F3C-F2E9EB65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32913-0D32-1946-813B-679F99B9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2893B-4391-1E44-B707-C0595DEF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C5F99-2E72-3D4D-B8D0-C7257D0C9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28CDC-8EF2-714B-978D-D55B3151A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BAC17-14C4-8F42-AFB0-ECA40437AEC1}" type="datetimeFigureOut">
              <a:rPr lang="en-US" smtClean="0"/>
              <a:t>3/19/22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FC681-CE7D-5644-8141-3C5A9C271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4EE2C-3EA2-424A-9FC5-D125BC675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9A526-C5E1-E646-A75F-88FA35BC8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97DE-BC17-5043-AFEF-996089905D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1BFA3-711A-8442-95DB-EC77573CF7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0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6B7C-164A-2C42-AD55-007802B4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0A354-7807-9945-BD71-F0357069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8791-306A-174C-A881-12E0B2B8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47E12-8798-A840-91F7-FA7852071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2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8045-39F5-9E45-849B-9B83C44C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5FF4-E135-C842-B112-961275C56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8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4699-3DEA-B04D-9688-39A426EC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0BC-0CF5-3E40-8C2D-1CE4FB565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4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229C-79FC-7F48-B6C9-D240955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E502-4A39-4B44-9283-470E8C7D3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6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Project Proposal</vt:lpstr>
      <vt:lpstr>Group Members</vt:lpstr>
      <vt:lpstr>Introduction</vt:lpstr>
      <vt:lpstr>Goal &amp; Objectives</vt:lpstr>
      <vt:lpstr>Motivation</vt:lpstr>
      <vt:lpstr>Expected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</dc:title>
  <dc:creator>MOHD SHAFRY BIN MOHD RAHIM</dc:creator>
  <cp:lastModifiedBy>MOHD SHAFRY BIN MOHD RAHIM</cp:lastModifiedBy>
  <cp:revision>1</cp:revision>
  <dcterms:created xsi:type="dcterms:W3CDTF">2022-03-19T06:48:04Z</dcterms:created>
  <dcterms:modified xsi:type="dcterms:W3CDTF">2022-03-19T06:50:14Z</dcterms:modified>
</cp:coreProperties>
</file>