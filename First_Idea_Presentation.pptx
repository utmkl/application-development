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7125" r:id="rId1"/>
    <p:sldMasterId id="2147487317" r:id="rId2"/>
  </p:sldMasterIdLst>
  <p:notesMasterIdLst>
    <p:notesMasterId r:id="rId10"/>
  </p:notesMasterIdLst>
  <p:handoutMasterIdLst>
    <p:handoutMasterId r:id="rId11"/>
  </p:handoutMasterIdLst>
  <p:sldIdLst>
    <p:sldId id="589" r:id="rId3"/>
    <p:sldId id="586" r:id="rId4"/>
    <p:sldId id="587" r:id="rId5"/>
    <p:sldId id="588" r:id="rId6"/>
    <p:sldId id="601" r:id="rId7"/>
    <p:sldId id="590" r:id="rId8"/>
    <p:sldId id="602" r:id="rId9"/>
  </p:sldIdLst>
  <p:sldSz cx="9144000" cy="6858000" type="screen4x3"/>
  <p:notesSz cx="6858000" cy="99472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0000FF"/>
    <a:srgbClr val="800000"/>
    <a:srgbClr val="663300"/>
    <a:srgbClr val="660033"/>
    <a:srgbClr val="AAD9D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37"/>
  </p:normalViewPr>
  <p:slideViewPr>
    <p:cSldViewPr>
      <p:cViewPr varScale="1">
        <p:scale>
          <a:sx n="108" d="100"/>
          <a:sy n="108" d="100"/>
        </p:scale>
        <p:origin x="176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8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3388" cy="498475"/>
          </a:xfrm>
          <a:prstGeom prst="rect">
            <a:avLst/>
          </a:prstGeom>
        </p:spPr>
        <p:txBody>
          <a:bodyPr vert="horz" wrap="square" lIns="91678" tIns="45839" rIns="91678" bIns="4583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3025" y="0"/>
            <a:ext cx="2973388" cy="498475"/>
          </a:xfrm>
          <a:prstGeom prst="rect">
            <a:avLst/>
          </a:prstGeom>
        </p:spPr>
        <p:txBody>
          <a:bodyPr vert="horz" wrap="square" lIns="91678" tIns="45839" rIns="91678" bIns="4583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3F46519-2E28-4F75-89E6-3A27A98FE3EE}" type="datetimeFigureOut">
              <a:rPr lang="en-US" altLang="en-US"/>
              <a:pPr>
                <a:defRPr/>
              </a:pPr>
              <a:t>10/25/20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8800"/>
            <a:ext cx="2973388" cy="496888"/>
          </a:xfrm>
          <a:prstGeom prst="rect">
            <a:avLst/>
          </a:prstGeom>
        </p:spPr>
        <p:txBody>
          <a:bodyPr vert="horz" wrap="square" lIns="91678" tIns="45839" rIns="91678" bIns="4583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3025" y="9448800"/>
            <a:ext cx="2973388" cy="496888"/>
          </a:xfrm>
          <a:prstGeom prst="rect">
            <a:avLst/>
          </a:prstGeom>
        </p:spPr>
        <p:txBody>
          <a:bodyPr vert="horz" wrap="square" lIns="91678" tIns="45839" rIns="91678" bIns="4583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C9F3664-0CA2-41B2-BD0E-6A9C4D3CFD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40013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3388" cy="498475"/>
          </a:xfrm>
          <a:prstGeom prst="rect">
            <a:avLst/>
          </a:prstGeom>
        </p:spPr>
        <p:txBody>
          <a:bodyPr vert="horz" wrap="square" lIns="93739" tIns="46870" rIns="93739" bIns="4687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3025" y="0"/>
            <a:ext cx="2973388" cy="498475"/>
          </a:xfrm>
          <a:prstGeom prst="rect">
            <a:avLst/>
          </a:prstGeom>
        </p:spPr>
        <p:txBody>
          <a:bodyPr vert="horz" wrap="square" lIns="93739" tIns="46870" rIns="93739" bIns="4687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4D73B77-A81A-43C6-94F7-CBAC00161ADB}" type="datetimeFigureOut">
              <a:rPr lang="en-US" altLang="en-US"/>
              <a:pPr>
                <a:defRPr/>
              </a:pPr>
              <a:t>10/25/20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42975" y="746125"/>
            <a:ext cx="4973638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739" tIns="46870" rIns="93739" bIns="4687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2813"/>
            <a:ext cx="5486400" cy="4478337"/>
          </a:xfrm>
          <a:prstGeom prst="rect">
            <a:avLst/>
          </a:prstGeom>
        </p:spPr>
        <p:txBody>
          <a:bodyPr vert="horz" lIns="93739" tIns="46870" rIns="93739" bIns="4687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8800"/>
            <a:ext cx="2973388" cy="496888"/>
          </a:xfrm>
          <a:prstGeom prst="rect">
            <a:avLst/>
          </a:prstGeom>
        </p:spPr>
        <p:txBody>
          <a:bodyPr vert="horz" wrap="square" lIns="93739" tIns="46870" rIns="93739" bIns="4687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3025" y="9448800"/>
            <a:ext cx="2973388" cy="496888"/>
          </a:xfrm>
          <a:prstGeom prst="rect">
            <a:avLst/>
          </a:prstGeom>
        </p:spPr>
        <p:txBody>
          <a:bodyPr vert="horz" wrap="square" lIns="93739" tIns="46870" rIns="93739" bIns="4687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F8AB5F6-F707-4135-862C-AAFC02ECB5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45780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384BDE-F07F-4A7C-801A-DFFC7701EC19}" type="datetimeFigureOut">
              <a:rPr lang="en-US" altLang="en-US"/>
              <a:pPr>
                <a:defRPr/>
              </a:pPr>
              <a:t>10/25/20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152AB4-5215-4DAC-83D2-E85842AF25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4994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06B305-19A7-4C5A-BCB8-710B96DC3087}" type="datetimeFigureOut">
              <a:rPr lang="en-US" altLang="en-US"/>
              <a:pPr>
                <a:defRPr/>
              </a:pPr>
              <a:t>10/25/20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44BE00-9DCE-4C7B-9AAD-0C52003BB3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2511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B124EF-3145-461F-8808-90FEAC4E171B}" type="datetimeFigureOut">
              <a:rPr lang="en-US" altLang="en-US"/>
              <a:pPr>
                <a:defRPr/>
              </a:pPr>
              <a:t>10/25/20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EDF5FF-35F0-4625-9526-512A8FAB89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4200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2B5DCF-762C-477F-A0A5-A49B6EF167CC}" type="datetimeFigureOut">
              <a:rPr lang="en-US" altLang="en-US"/>
              <a:pPr>
                <a:defRPr/>
              </a:pPr>
              <a:t>10/25/20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71D078-4666-4321-9B49-9D8D46FEC0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3823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39DBC6-88BD-41FF-AB9B-1BBB5F00DF9F}" type="datetimeFigureOut">
              <a:rPr lang="en-US" altLang="en-US"/>
              <a:pPr>
                <a:defRPr/>
              </a:pPr>
              <a:t>10/25/20</a:t>
            </a:fld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016F71-AD9E-4584-A3E7-CEBC5F1459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4135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E071C-16ED-449B-B72B-6914F8CBBE42}" type="datetimeFigureOut">
              <a:rPr lang="en-US" altLang="en-US"/>
              <a:pPr>
                <a:defRPr/>
              </a:pPr>
              <a:t>10/25/20</a:t>
            </a:fld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FAE2AC-93D6-442E-93DA-448C0F44F5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9466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B91924-0821-46DA-846C-BFACB5DCFBD2}" type="datetimeFigureOut">
              <a:rPr lang="en-US" altLang="en-US"/>
              <a:pPr>
                <a:defRPr/>
              </a:pPr>
              <a:t>10/25/20</a:t>
            </a:fld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5E1B33-D27E-41F4-9417-5A81D00925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8147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1E03AC-6BB4-40A7-A094-8AAD5FC9A06D}" type="datetimeFigureOut">
              <a:rPr lang="en-US" altLang="en-US"/>
              <a:pPr>
                <a:defRPr/>
              </a:pPr>
              <a:t>10/25/20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3FFB13-FF8C-426F-A68F-3F8639B11B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9066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lang="en-MY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1A491B-4816-4E29-B3CE-C47EEC850996}" type="datetimeFigureOut">
              <a:rPr lang="en-US" altLang="en-US"/>
              <a:pPr>
                <a:defRPr/>
              </a:pPr>
              <a:t>10/25/20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9A8334-6B93-4BA7-A551-0729D693E6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0287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B9E88B-BE73-4EDC-A70E-A14952FD18AD}" type="datetimeFigureOut">
              <a:rPr lang="en-US" altLang="en-US"/>
              <a:pPr>
                <a:defRPr/>
              </a:pPr>
              <a:t>10/25/20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F3E4D-8F9D-452A-9619-25CD408456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5162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6B3F8-C22D-4E51-B6BF-5411BE7F1D41}" type="datetimeFigureOut">
              <a:rPr lang="en-US" altLang="en-US"/>
              <a:pPr>
                <a:defRPr/>
              </a:pPr>
              <a:t>10/25/20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F9DE95-4B11-4D79-ADF1-EDA8C0FFDB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3955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52310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94746421"/>
      </p:ext>
    </p:extLst>
  </p:cSld>
  <p:clrMapOvr>
    <a:masterClrMapping/>
  </p:clrMapOvr>
  <p:transition spd="slow">
    <p:dissolv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134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2FBE062-A05F-4E6F-9E93-4CC1DAFF0953}" type="datetime1">
              <a:rPr lang="en-US" altLang="en-US"/>
              <a:pPr>
                <a:defRPr/>
              </a:pPr>
              <a:t>10/25/20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Calibri" pitchFamily="-112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7B252F66-7BE8-4FA9-9ADC-B6E4AD0201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85957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2130431"/>
            <a:ext cx="7772401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79F1289-194D-41DD-A21F-5239641BD99B}" type="datetime1">
              <a:rPr lang="en-US" altLang="en-US"/>
              <a:pPr>
                <a:defRPr/>
              </a:pPr>
              <a:t>10/25/20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Calibri" pitchFamily="-112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31F905E-65A0-41A2-ABE9-984398CC8DE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4350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ECD619A-F596-4D7A-8F0B-2EFFB4AF2F51}" type="datetimeFigureOut">
              <a:rPr lang="en-US" altLang="en-US"/>
              <a:pPr>
                <a:defRPr/>
              </a:pPr>
              <a:t>10/25/20</a:t>
            </a:fld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74E21AC-9CF3-4C5E-9CBA-ECD06652DC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6416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BEAF23D-A9B2-4C15-9121-FA2A89710EEF}" type="datetimeFigureOut">
              <a:rPr lang="en-US" altLang="en-US"/>
              <a:pPr>
                <a:defRPr/>
              </a:pPr>
              <a:t>10/25/20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  <a:ea typeface="MS PGothic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B345321-C65E-4E56-95B2-75A4F1E31E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6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088" y="184150"/>
            <a:ext cx="17160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1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6453188"/>
            <a:ext cx="3384550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459" r:id="rId1"/>
    <p:sldLayoutId id="2147487460" r:id="rId2"/>
    <p:sldLayoutId id="2147487461" r:id="rId3"/>
    <p:sldLayoutId id="2147487462" r:id="rId4"/>
    <p:sldLayoutId id="2147487463" r:id="rId5"/>
    <p:sldLayoutId id="2147487464" r:id="rId6"/>
    <p:sldLayoutId id="2147487465" r:id="rId7"/>
    <p:sldLayoutId id="2147487466" r:id="rId8"/>
    <p:sldLayoutId id="2147487467" r:id="rId9"/>
    <p:sldLayoutId id="2147487468" r:id="rId10"/>
    <p:sldLayoutId id="2147487469" r:id="rId11"/>
    <p:sldLayoutId id="2147487471" r:id="rId12"/>
    <p:sldLayoutId id="2147487472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  <a:cs typeface="MS PGothic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  <a:cs typeface="MS PGothic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  <a:cs typeface="MS PGothic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  <a:cs typeface="MS PGothic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0"/>
            <a:ext cx="89535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470" r:id="rId1"/>
    <p:sldLayoutId id="2147487473" r:id="rId2"/>
    <p:sldLayoutId id="2147487474" r:id="rId3"/>
    <p:sldLayoutId id="2147487475" r:id="rId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anose="020B0600070205080204" pitchFamily="34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0" y="1809750"/>
            <a:ext cx="9144000" cy="215265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Next Class Presentation</a:t>
            </a:r>
          </a:p>
        </p:txBody>
      </p:sp>
    </p:spTree>
    <p:extLst>
      <p:ext uri="{BB962C8B-B14F-4D97-AF65-F5344CB8AC3E}">
        <p14:creationId xmlns:p14="http://schemas.microsoft.com/office/powerpoint/2010/main" val="3154192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914400"/>
            <a:ext cx="60839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STATE YOUR CHALLENGE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8153400" cy="4495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591" y="1981200"/>
            <a:ext cx="1790700" cy="1790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00864A-860C-F847-8DB2-245A74947D92}"/>
              </a:ext>
            </a:extLst>
          </p:cNvPr>
          <p:cNvSpPr txBox="1"/>
          <p:nvPr/>
        </p:nvSpPr>
        <p:spPr>
          <a:xfrm>
            <a:off x="717675" y="4018198"/>
            <a:ext cx="77086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Sila</a:t>
            </a:r>
            <a:r>
              <a:rPr lang="en-US" dirty="0"/>
              <a:t> </a:t>
            </a:r>
            <a:r>
              <a:rPr lang="en-US" dirty="0" err="1"/>
              <a:t>nyatakan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cabaran</a:t>
            </a:r>
            <a:r>
              <a:rPr lang="en-US" dirty="0"/>
              <a:t>/</a:t>
            </a:r>
            <a:r>
              <a:rPr lang="en-US" dirty="0" err="1"/>
              <a:t>isu</a:t>
            </a:r>
            <a:r>
              <a:rPr lang="en-US" dirty="0"/>
              <a:t>/</a:t>
            </a:r>
            <a:r>
              <a:rPr lang="en-US" dirty="0" err="1"/>
              <a:t>masalah</a:t>
            </a:r>
            <a:r>
              <a:rPr lang="en-US" dirty="0"/>
              <a:t> yang </a:t>
            </a:r>
            <a:r>
              <a:rPr lang="en-US" dirty="0" err="1"/>
              <a:t>hendak</a:t>
            </a:r>
            <a:r>
              <a:rPr lang="en-US" dirty="0"/>
              <a:t> </a:t>
            </a:r>
            <a:r>
              <a:rPr lang="en-US" dirty="0" err="1"/>
              <a:t>diselesaikan</a:t>
            </a:r>
            <a:endParaRPr lang="en-US" dirty="0"/>
          </a:p>
          <a:p>
            <a:r>
              <a:rPr lang="en-US" dirty="0" err="1"/>
              <a:t>Cth</a:t>
            </a:r>
            <a:r>
              <a:rPr lang="en-US" dirty="0"/>
              <a:t>: </a:t>
            </a:r>
          </a:p>
          <a:p>
            <a:r>
              <a:rPr lang="en-US" dirty="0">
                <a:solidFill>
                  <a:srgbClr val="FF0000"/>
                </a:solidFill>
              </a:rPr>
              <a:t>1.Penduduk </a:t>
            </a:r>
            <a:r>
              <a:rPr lang="en-US" dirty="0" err="1">
                <a:solidFill>
                  <a:srgbClr val="FF0000"/>
                </a:solidFill>
              </a:rPr>
              <a:t>rumah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pangsa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sukar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untuk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buat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bayaran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sewa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menyebabkan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perkhidmatan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tidak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baik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2. </a:t>
            </a:r>
            <a:r>
              <a:rPr lang="en-US" dirty="0" err="1">
                <a:solidFill>
                  <a:srgbClr val="FF0000"/>
                </a:solidFill>
              </a:rPr>
              <a:t>Apakah</a:t>
            </a:r>
            <a:r>
              <a:rPr lang="en-US" dirty="0">
                <a:solidFill>
                  <a:srgbClr val="FF0000"/>
                </a:solidFill>
              </a:rPr>
              <a:t> system yang </a:t>
            </a:r>
            <a:r>
              <a:rPr lang="en-US" dirty="0" err="1">
                <a:solidFill>
                  <a:srgbClr val="FF0000"/>
                </a:solidFill>
              </a:rPr>
              <a:t>boleh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membantu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untuk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tingkatkan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kualiti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kehidupan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rumah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pangsa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ini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6209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3936" y="877669"/>
            <a:ext cx="86314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TEAM KNOWLEDGE &amp; ASSUMPTIONS </a:t>
            </a:r>
            <a:endParaRPr lang="en-US" sz="3600"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2133600"/>
            <a:ext cx="8153400" cy="41910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5400" dirty="0"/>
              <a:t>#1 …………...</a:t>
            </a:r>
          </a:p>
          <a:p>
            <a:r>
              <a:rPr lang="en-US" sz="5400" dirty="0"/>
              <a:t>#2 ……………</a:t>
            </a:r>
          </a:p>
          <a:p>
            <a:r>
              <a:rPr lang="en-US" sz="5400" dirty="0"/>
              <a:t>#3 ……………</a:t>
            </a:r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2819400"/>
            <a:ext cx="2857500" cy="285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1447800"/>
            <a:ext cx="853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the aspects of the challenge that you already know a lot about? What are your assumptions? 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188EFB-6B53-6C47-867C-848BA003D9D3}"/>
              </a:ext>
            </a:extLst>
          </p:cNvPr>
          <p:cNvSpPr txBox="1"/>
          <p:nvPr/>
        </p:nvSpPr>
        <p:spPr>
          <a:xfrm>
            <a:off x="914400" y="2109734"/>
            <a:ext cx="65927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Bincang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dlm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kumpulan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kenalpasti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apakah</a:t>
            </a:r>
            <a:r>
              <a:rPr lang="en-US" dirty="0">
                <a:solidFill>
                  <a:srgbClr val="FF0000"/>
                </a:solidFill>
              </a:rPr>
              <a:t> yang </a:t>
            </a:r>
            <a:r>
              <a:rPr lang="en-US" dirty="0" err="1">
                <a:solidFill>
                  <a:srgbClr val="FF0000"/>
                </a:solidFill>
              </a:rPr>
              <a:t>ahlikumpulan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tahu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berkaitan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isu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tersebut</a:t>
            </a:r>
            <a:r>
              <a:rPr lang="en-US" dirty="0">
                <a:solidFill>
                  <a:srgbClr val="FF0000"/>
                </a:solidFill>
              </a:rPr>
              <a:t>. </a:t>
            </a:r>
            <a:r>
              <a:rPr lang="en-US" dirty="0" err="1">
                <a:solidFill>
                  <a:srgbClr val="FF0000"/>
                </a:solidFill>
              </a:rPr>
              <a:t>Cth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 err="1">
                <a:solidFill>
                  <a:srgbClr val="FF0000"/>
                </a:solidFill>
              </a:rPr>
              <a:t>Tiada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Sistem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Penduduk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Kerja</a:t>
            </a:r>
            <a:r>
              <a:rPr lang="en-US" dirty="0">
                <a:solidFill>
                  <a:srgbClr val="FF0000"/>
                </a:solidFill>
              </a:rPr>
              <a:t> Shift, </a:t>
            </a:r>
            <a:r>
              <a:rPr lang="en-US" dirty="0" err="1">
                <a:solidFill>
                  <a:srgbClr val="FF0000"/>
                </a:solidFill>
              </a:rPr>
              <a:t>sukar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dijumpai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Ini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semua</a:t>
            </a:r>
            <a:r>
              <a:rPr lang="en-US" dirty="0">
                <a:solidFill>
                  <a:srgbClr val="FF0000"/>
                </a:solidFill>
              </a:rPr>
              <a:t> yang </a:t>
            </a:r>
            <a:r>
              <a:rPr lang="en-US" dirty="0" err="1">
                <a:solidFill>
                  <a:srgbClr val="FF0000"/>
                </a:solidFill>
              </a:rPr>
              <a:t>kita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tahu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83342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609600"/>
            <a:ext cx="41604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RESEARCH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71600"/>
            <a:ext cx="3733800" cy="23622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aseline="30000" dirty="0"/>
              <a:t>Community Members</a:t>
            </a:r>
          </a:p>
          <a:p>
            <a:r>
              <a:rPr lang="en-US" sz="3200" baseline="30000" dirty="0"/>
              <a:t> to Visit</a:t>
            </a:r>
            <a:endParaRPr lang="en-US" sz="3200" dirty="0"/>
          </a:p>
        </p:txBody>
      </p:sp>
      <p:sp>
        <p:nvSpPr>
          <p:cNvPr id="5" name="Rounded Rectangle 4"/>
          <p:cNvSpPr/>
          <p:nvPr/>
        </p:nvSpPr>
        <p:spPr>
          <a:xfrm>
            <a:off x="4572000" y="1371600"/>
            <a:ext cx="3733800" cy="23622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3200" baseline="30000" dirty="0"/>
              <a:t>Experts to Speak To</a:t>
            </a:r>
            <a:endParaRPr lang="en-US" sz="3200" dirty="0"/>
          </a:p>
        </p:txBody>
      </p:sp>
      <p:sp>
        <p:nvSpPr>
          <p:cNvPr id="6" name="Rounded Rectangle 5"/>
          <p:cNvSpPr/>
          <p:nvPr/>
        </p:nvSpPr>
        <p:spPr>
          <a:xfrm>
            <a:off x="685800" y="3962400"/>
            <a:ext cx="3733800" cy="23622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aseline="30000" dirty="0"/>
              <a:t>In-Context </a:t>
            </a:r>
          </a:p>
          <a:p>
            <a:r>
              <a:rPr lang="en-US" sz="3200" baseline="30000" dirty="0"/>
              <a:t>Immersion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962400"/>
            <a:ext cx="3733800" cy="23622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3200" baseline="30000" dirty="0"/>
              <a:t>Analogous</a:t>
            </a:r>
          </a:p>
          <a:p>
            <a:pPr algn="r"/>
            <a:r>
              <a:rPr lang="en-US" sz="3200" baseline="30000" dirty="0"/>
              <a:t> Research Locations</a:t>
            </a:r>
            <a:endParaRPr lang="en-US" sz="3200" dirty="0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2590800"/>
            <a:ext cx="2857500" cy="2857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F6BD69-49D0-3243-86EC-E49EF34A1E92}"/>
              </a:ext>
            </a:extLst>
          </p:cNvPr>
          <p:cNvSpPr txBox="1"/>
          <p:nvPr/>
        </p:nvSpPr>
        <p:spPr>
          <a:xfrm>
            <a:off x="381000" y="16904"/>
            <a:ext cx="6592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Berdasarkan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apa</a:t>
            </a:r>
            <a:r>
              <a:rPr lang="en-US" dirty="0">
                <a:solidFill>
                  <a:srgbClr val="FF0000"/>
                </a:solidFill>
              </a:rPr>
              <a:t> yang </a:t>
            </a:r>
            <a:r>
              <a:rPr lang="en-US" dirty="0" err="1">
                <a:solidFill>
                  <a:srgbClr val="FF0000"/>
                </a:solidFill>
              </a:rPr>
              <a:t>kita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tahu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ahli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kumpulan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perlu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berkomunikasi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dengan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pengguna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untuk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dapatkan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maklumat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8F6410-1BE7-EE4A-8064-CBE189304A29}"/>
              </a:ext>
            </a:extLst>
          </p:cNvPr>
          <p:cNvSpPr txBox="1"/>
          <p:nvPr/>
        </p:nvSpPr>
        <p:spPr>
          <a:xfrm>
            <a:off x="1219200" y="1416248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Lokasi Kajian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93A5A-A443-C849-9C26-030E6F1639C8}"/>
              </a:ext>
            </a:extLst>
          </p:cNvPr>
          <p:cNvSpPr txBox="1"/>
          <p:nvPr/>
        </p:nvSpPr>
        <p:spPr>
          <a:xfrm>
            <a:off x="5638800" y="2538419"/>
            <a:ext cx="37337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Nyatakan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Siapa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boleh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dirujuk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>
                <a:solidFill>
                  <a:srgbClr val="FF0000"/>
                </a:solidFill>
              </a:rPr>
              <a:t>Cth</a:t>
            </a:r>
            <a:r>
              <a:rPr lang="en-US" dirty="0">
                <a:solidFill>
                  <a:srgbClr val="FF0000"/>
                </a:solidFill>
              </a:rPr>
              <a:t>: 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Amin Hassan (</a:t>
            </a:r>
            <a:r>
              <a:rPr lang="en-US" dirty="0" err="1">
                <a:solidFill>
                  <a:srgbClr val="FF0000"/>
                </a:solidFill>
              </a:rPr>
              <a:t>Ketua</a:t>
            </a:r>
            <a:r>
              <a:rPr lang="en-US" dirty="0">
                <a:solidFill>
                  <a:srgbClr val="FF0000"/>
                </a:solidFill>
              </a:rPr>
              <a:t> Blok)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Iskandar (</a:t>
            </a:r>
            <a:r>
              <a:rPr lang="en-US" dirty="0" err="1">
                <a:solidFill>
                  <a:srgbClr val="FF0000"/>
                </a:solidFill>
              </a:rPr>
              <a:t>penduduk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A99794-02D9-A643-8DCE-4852F7B5E95B}"/>
              </a:ext>
            </a:extLst>
          </p:cNvPr>
          <p:cNvSpPr txBox="1"/>
          <p:nvPr/>
        </p:nvSpPr>
        <p:spPr>
          <a:xfrm>
            <a:off x="228600" y="5629870"/>
            <a:ext cx="3124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Nyatakan</a:t>
            </a:r>
            <a:r>
              <a:rPr lang="en-US" dirty="0">
                <a:solidFill>
                  <a:srgbClr val="FF0000"/>
                </a:solidFill>
              </a:rPr>
              <a:t> Tindakan </a:t>
            </a:r>
            <a:r>
              <a:rPr lang="en-US" dirty="0" err="1">
                <a:solidFill>
                  <a:srgbClr val="FF0000"/>
                </a:solidFill>
              </a:rPr>
              <a:t>ahli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kumpulan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dalam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merasai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kesukaran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9D5DD3-93ED-EA46-844E-1C4CA419E6A0}"/>
              </a:ext>
            </a:extLst>
          </p:cNvPr>
          <p:cNvSpPr txBox="1"/>
          <p:nvPr/>
        </p:nvSpPr>
        <p:spPr>
          <a:xfrm>
            <a:off x="5105400" y="5500681"/>
            <a:ext cx="31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Nyatakan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perbincangan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apakah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soalan</a:t>
            </a:r>
            <a:r>
              <a:rPr lang="en-US" dirty="0">
                <a:solidFill>
                  <a:srgbClr val="FF0000"/>
                </a:solidFill>
              </a:rPr>
              <a:t> yang </a:t>
            </a:r>
            <a:r>
              <a:rPr lang="en-US" dirty="0" err="1">
                <a:solidFill>
                  <a:srgbClr val="FF0000"/>
                </a:solidFill>
              </a:rPr>
              <a:t>ditanya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4634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914400"/>
            <a:ext cx="6152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BUILD A QUESTION GUIDE </a:t>
            </a:r>
            <a:endParaRPr lang="en-US" sz="3600"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4114800" cy="4495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Start specific</a:t>
            </a:r>
          </a:p>
          <a:p>
            <a:r>
              <a:rPr lang="en-US" dirty="0"/>
              <a:t>What are some specific </a:t>
            </a:r>
          </a:p>
          <a:p>
            <a:r>
              <a:rPr lang="en-US" dirty="0"/>
              <a:t>questions you can ask</a:t>
            </a:r>
          </a:p>
          <a:p>
            <a:r>
              <a:rPr lang="en-US" dirty="0"/>
              <a:t>to open the conversation </a:t>
            </a:r>
          </a:p>
          <a:p>
            <a:r>
              <a:rPr lang="en-US" dirty="0"/>
              <a:t>and help people</a:t>
            </a:r>
          </a:p>
          <a:p>
            <a:r>
              <a:rPr lang="en-US" dirty="0"/>
              <a:t> feel comfortable? </a:t>
            </a:r>
          </a:p>
          <a:p>
            <a:r>
              <a:rPr lang="en-US" b="1" dirty="0"/>
              <a:t> 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4800600" y="1905000"/>
            <a:ext cx="4114800" cy="4495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b="1" dirty="0"/>
              <a:t>Then go broad</a:t>
            </a:r>
          </a:p>
          <a:p>
            <a:pPr algn="r"/>
            <a:r>
              <a:rPr lang="en-US" dirty="0"/>
              <a:t>What are some questions</a:t>
            </a:r>
          </a:p>
          <a:p>
            <a:pPr algn="r"/>
            <a:r>
              <a:rPr lang="en-US" dirty="0"/>
              <a:t> that can help you start </a:t>
            </a:r>
          </a:p>
          <a:p>
            <a:pPr algn="r"/>
            <a:r>
              <a:rPr lang="en-US" dirty="0"/>
              <a:t>to understand </a:t>
            </a:r>
          </a:p>
          <a:p>
            <a:pPr algn="r"/>
            <a:r>
              <a:rPr lang="en-US" dirty="0"/>
              <a:t>this </a:t>
            </a:r>
          </a:p>
          <a:p>
            <a:pPr algn="r"/>
            <a:r>
              <a:rPr lang="en-US" dirty="0"/>
              <a:t>person’s hopes, </a:t>
            </a:r>
          </a:p>
          <a:p>
            <a:pPr algn="r"/>
            <a:r>
              <a:rPr lang="en-US" dirty="0"/>
              <a:t>fears, and ambitions? </a:t>
            </a:r>
          </a:p>
          <a:p>
            <a:pPr algn="r"/>
            <a:r>
              <a:rPr lang="en-US" b="1" dirty="0"/>
              <a:t> </a:t>
            </a:r>
            <a:endParaRPr lang="en-US" dirty="0"/>
          </a:p>
          <a:p>
            <a:pPr algn="ctr"/>
            <a:endParaRPr lang="en-US" dirty="0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" y="2590800"/>
            <a:ext cx="2857500" cy="2857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45B988-B27B-AD43-85C1-ADD33BED4A63}"/>
              </a:ext>
            </a:extLst>
          </p:cNvPr>
          <p:cNvSpPr txBox="1"/>
          <p:nvPr/>
        </p:nvSpPr>
        <p:spPr>
          <a:xfrm>
            <a:off x="457200" y="210234"/>
            <a:ext cx="5847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Adakan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sesi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temubual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sila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nyatakan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soalan</a:t>
            </a:r>
            <a:r>
              <a:rPr lang="en-US" dirty="0">
                <a:solidFill>
                  <a:srgbClr val="FF0000"/>
                </a:solidFill>
              </a:rPr>
              <a:t> yang </a:t>
            </a:r>
            <a:r>
              <a:rPr lang="en-US" dirty="0" err="1">
                <a:solidFill>
                  <a:srgbClr val="FF0000"/>
                </a:solidFill>
              </a:rPr>
              <a:t>akan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digunkan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527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914400"/>
            <a:ext cx="66655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CONDUCT YOUR RESEARCH</a:t>
            </a:r>
            <a:endParaRPr lang="en-US" sz="3600"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8153400" cy="4495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1. Result of Interview Session</a:t>
            </a:r>
          </a:p>
          <a:p>
            <a:r>
              <a:rPr lang="en-US" dirty="0"/>
              <a:t>2. Result of Observation of the </a:t>
            </a:r>
          </a:p>
          <a:p>
            <a:r>
              <a:rPr lang="en-US" dirty="0"/>
              <a:t>people an location</a:t>
            </a:r>
          </a:p>
          <a:p>
            <a:r>
              <a:rPr lang="en-US" dirty="0"/>
              <a:t>3. Sketch your Empathy </a:t>
            </a:r>
          </a:p>
          <a:p>
            <a:r>
              <a:rPr lang="en-US" dirty="0"/>
              <a:t>and Sympathy</a:t>
            </a:r>
          </a:p>
          <a:p>
            <a:r>
              <a:rPr lang="en-US" dirty="0"/>
              <a:t>4. Note &amp; Photo of your observation </a:t>
            </a:r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2895600"/>
            <a:ext cx="2857500" cy="2857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B2A86B-625E-D94F-996C-282704B7552B}"/>
              </a:ext>
            </a:extLst>
          </p:cNvPr>
          <p:cNvSpPr txBox="1"/>
          <p:nvPr/>
        </p:nvSpPr>
        <p:spPr>
          <a:xfrm>
            <a:off x="914401" y="228600"/>
            <a:ext cx="541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Tuliskan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hasil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perbincangan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gambar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lukisan</a:t>
            </a:r>
            <a:r>
              <a:rPr lang="en-US" dirty="0">
                <a:solidFill>
                  <a:srgbClr val="FF0000"/>
                </a:solidFill>
              </a:rPr>
              <a:t>, rajah, carta </a:t>
            </a:r>
            <a:r>
              <a:rPr lang="en-US" dirty="0" err="1">
                <a:solidFill>
                  <a:srgbClr val="FF0000"/>
                </a:solidFill>
              </a:rPr>
              <a:t>alir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gambar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masalah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0453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914400"/>
            <a:ext cx="7999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WRITE YOUR DISCOVERY REPORT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8153400" cy="44958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2209800"/>
            <a:ext cx="2857500" cy="2857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D2CADD-EC14-4844-9C03-98F5BAE21659}"/>
              </a:ext>
            </a:extLst>
          </p:cNvPr>
          <p:cNvSpPr txBox="1"/>
          <p:nvPr/>
        </p:nvSpPr>
        <p:spPr>
          <a:xfrm>
            <a:off x="610768" y="104001"/>
            <a:ext cx="67044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Nyatakan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secara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jelas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apakah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masalah</a:t>
            </a:r>
            <a:r>
              <a:rPr lang="en-US" dirty="0">
                <a:solidFill>
                  <a:srgbClr val="FF0000"/>
                </a:solidFill>
              </a:rPr>
              <a:t> yang </a:t>
            </a:r>
            <a:r>
              <a:rPr lang="en-US" dirty="0" err="1">
                <a:solidFill>
                  <a:srgbClr val="FF0000"/>
                </a:solidFill>
              </a:rPr>
              <a:t>dihadapi</a:t>
            </a:r>
            <a:r>
              <a:rPr lang="en-US" dirty="0">
                <a:solidFill>
                  <a:srgbClr val="FF0000"/>
                </a:solidFill>
              </a:rPr>
              <a:t> oleh </a:t>
            </a:r>
            <a:r>
              <a:rPr lang="en-US" dirty="0" err="1">
                <a:solidFill>
                  <a:srgbClr val="FF0000"/>
                </a:solidFill>
              </a:rPr>
              <a:t>pengguna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aoakah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cadangan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kumpulan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untuk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menyelesaikan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Nyatakan</a:t>
            </a:r>
            <a:r>
              <a:rPr lang="en-US" dirty="0">
                <a:solidFill>
                  <a:srgbClr val="FF0000"/>
                </a:solidFill>
              </a:rPr>
              <a:t> 5 </a:t>
            </a:r>
            <a:r>
              <a:rPr lang="en-US" dirty="0" err="1">
                <a:solidFill>
                  <a:srgbClr val="FF0000"/>
                </a:solidFill>
              </a:rPr>
              <a:t>fungsi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utama</a:t>
            </a:r>
            <a:r>
              <a:rPr lang="en-US" dirty="0">
                <a:solidFill>
                  <a:srgbClr val="FF0000"/>
                </a:solidFill>
              </a:rPr>
              <a:t> system dan </a:t>
            </a:r>
            <a:r>
              <a:rPr lang="en-US" dirty="0" err="1">
                <a:solidFill>
                  <a:srgbClr val="FF0000"/>
                </a:solidFill>
              </a:rPr>
              <a:t>senaraikan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pengguna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97389537"/>
      </p:ext>
    </p:extLst>
  </p:cSld>
  <p:clrMapOvr>
    <a:masterClrMapping/>
  </p:clrMapOvr>
</p:sld>
</file>

<file path=ppt/theme/theme1.xml><?xml version="1.0" encoding="utf-8"?>
<a:theme xmlns:a="http://schemas.openxmlformats.org/drawingml/2006/main" name="Slide Rasmi UTM 2015 tagline engli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2912</TotalTime>
  <Words>317</Words>
  <Application>Microsoft Macintosh PowerPoint</Application>
  <PresentationFormat>On-screen Show (4:3)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Slide Rasmi UTM 2015 tagline english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MOHD SHAFRY BIN MOHD RAHIM</cp:lastModifiedBy>
  <cp:revision>243</cp:revision>
  <cp:lastPrinted>2015-09-07T04:19:50Z</cp:lastPrinted>
  <dcterms:modified xsi:type="dcterms:W3CDTF">2020-10-25T04:03:31Z</dcterms:modified>
</cp:coreProperties>
</file>