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7125" r:id="rId1"/>
    <p:sldMasterId id="2147487317" r:id="rId2"/>
  </p:sldMasterIdLst>
  <p:notesMasterIdLst>
    <p:notesMasterId r:id="rId16"/>
  </p:notesMasterIdLst>
  <p:handoutMasterIdLst>
    <p:handoutMasterId r:id="rId17"/>
  </p:handoutMasterIdLst>
  <p:sldIdLst>
    <p:sldId id="589" r:id="rId3"/>
    <p:sldId id="594" r:id="rId4"/>
    <p:sldId id="595" r:id="rId5"/>
    <p:sldId id="592" r:id="rId6"/>
    <p:sldId id="593" r:id="rId7"/>
    <p:sldId id="591" r:id="rId8"/>
    <p:sldId id="597" r:id="rId9"/>
    <p:sldId id="598" r:id="rId10"/>
    <p:sldId id="596" r:id="rId11"/>
    <p:sldId id="599" r:id="rId12"/>
    <p:sldId id="600" r:id="rId13"/>
    <p:sldId id="601" r:id="rId14"/>
    <p:sldId id="602" r:id="rId15"/>
  </p:sldIdLst>
  <p:sldSz cx="9144000" cy="6858000" type="screen4x3"/>
  <p:notesSz cx="6858000" cy="9947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0000FF"/>
    <a:srgbClr val="800000"/>
    <a:srgbClr val="663300"/>
    <a:srgbClr val="660033"/>
    <a:srgbClr val="AAD9D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4"/>
  </p:normalViewPr>
  <p:slideViewPr>
    <p:cSldViewPr>
      <p:cViewPr varScale="1">
        <p:scale>
          <a:sx n="108" d="100"/>
          <a:sy n="108" d="100"/>
        </p:scale>
        <p:origin x="176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98475"/>
          </a:xfrm>
          <a:prstGeom prst="rect">
            <a:avLst/>
          </a:prstGeom>
        </p:spPr>
        <p:txBody>
          <a:bodyPr vert="horz" wrap="square" lIns="91678" tIns="45839" rIns="91678" bIns="4583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3025" y="0"/>
            <a:ext cx="2973388" cy="498475"/>
          </a:xfrm>
          <a:prstGeom prst="rect">
            <a:avLst/>
          </a:prstGeom>
        </p:spPr>
        <p:txBody>
          <a:bodyPr vert="horz" wrap="square" lIns="91678" tIns="45839" rIns="91678" bIns="4583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3F46519-2E28-4F75-89E6-3A27A98FE3EE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3388" cy="496888"/>
          </a:xfrm>
          <a:prstGeom prst="rect">
            <a:avLst/>
          </a:prstGeom>
        </p:spPr>
        <p:txBody>
          <a:bodyPr vert="horz" wrap="square" lIns="91678" tIns="45839" rIns="91678" bIns="4583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3025" y="9448800"/>
            <a:ext cx="2973388" cy="496888"/>
          </a:xfrm>
          <a:prstGeom prst="rect">
            <a:avLst/>
          </a:prstGeom>
        </p:spPr>
        <p:txBody>
          <a:bodyPr vert="horz" wrap="square" lIns="91678" tIns="45839" rIns="91678" bIns="4583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9F3664-0CA2-41B2-BD0E-6A9C4D3CFD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4001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98475"/>
          </a:xfrm>
          <a:prstGeom prst="rect">
            <a:avLst/>
          </a:prstGeom>
        </p:spPr>
        <p:txBody>
          <a:bodyPr vert="horz" wrap="square" lIns="93739" tIns="46870" rIns="93739" bIns="4687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98475"/>
          </a:xfrm>
          <a:prstGeom prst="rect">
            <a:avLst/>
          </a:prstGeom>
        </p:spPr>
        <p:txBody>
          <a:bodyPr vert="horz" wrap="square" lIns="93739" tIns="46870" rIns="93739" bIns="4687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4D73B77-A81A-43C6-94F7-CBAC00161ADB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3638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39" tIns="46870" rIns="93739" bIns="4687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2813"/>
            <a:ext cx="5486400" cy="4478337"/>
          </a:xfrm>
          <a:prstGeom prst="rect">
            <a:avLst/>
          </a:prstGeom>
        </p:spPr>
        <p:txBody>
          <a:bodyPr vert="horz" lIns="93739" tIns="46870" rIns="93739" bIns="4687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3388" cy="496888"/>
          </a:xfrm>
          <a:prstGeom prst="rect">
            <a:avLst/>
          </a:prstGeom>
        </p:spPr>
        <p:txBody>
          <a:bodyPr vert="horz" wrap="square" lIns="93739" tIns="46870" rIns="93739" bIns="4687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3025" y="9448800"/>
            <a:ext cx="2973388" cy="496888"/>
          </a:xfrm>
          <a:prstGeom prst="rect">
            <a:avLst/>
          </a:prstGeom>
        </p:spPr>
        <p:txBody>
          <a:bodyPr vert="horz" wrap="square" lIns="93739" tIns="46870" rIns="93739" bIns="4687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F8AB5F6-F707-4135-862C-AAFC02ECB5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5780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84BDE-F07F-4A7C-801A-DFFC7701EC19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52AB4-5215-4DAC-83D2-E85842AF2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99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6B305-19A7-4C5A-BCB8-710B96DC3087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4BE00-9DCE-4C7B-9AAD-0C52003BB3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51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124EF-3145-461F-8808-90FEAC4E171B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DF5FF-35F0-4625-9526-512A8FAB89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20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B5DCF-762C-477F-A0A5-A49B6EF167CC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1D078-4666-4321-9B49-9D8D46FEC0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82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9DBC6-88BD-41FF-AB9B-1BBB5F00DF9F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16F71-AD9E-4584-A3E7-CEBC5F1459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13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E071C-16ED-449B-B72B-6914F8CBBE42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AE2AC-93D6-442E-93DA-448C0F44F5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46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91924-0821-46DA-846C-BFACB5DCFBD2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E1B33-D27E-41F4-9417-5A81D00925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14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E03AC-6BB4-40A7-A094-8AAD5FC9A06D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FFB13-FF8C-426F-A68F-3F8639B11B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906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A491B-4816-4E29-B3CE-C47EEC850996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A8334-6B93-4BA7-A551-0729D693E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28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9E88B-BE73-4EDC-A70E-A14952FD18AD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F3E4D-8F9D-452A-9619-25CD408456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16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6B3F8-C22D-4E51-B6BF-5411BE7F1D41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9DE95-4B11-4D79-ADF1-EDA8C0FFDB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955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231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4746421"/>
      </p:ext>
    </p:extLst>
  </p:cSld>
  <p:clrMapOvr>
    <a:masterClrMapping/>
  </p:clrMapOvr>
  <p:transition spd="slow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134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2FBE062-A05F-4E6F-9E93-4CC1DAFF0953}" type="datetime1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-112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B252F66-7BE8-4FA9-9ADC-B6E4AD0201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595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2130431"/>
            <a:ext cx="7772401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79F1289-194D-41DD-A21F-5239641BD99B}" type="datetime1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-112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31F905E-65A0-41A2-ABE9-984398CC8D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35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ECD619A-F596-4D7A-8F0B-2EFFB4AF2F51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74E21AC-9CF3-4C5E-9CBA-ECD06652DC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416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BEAF23D-A9B2-4C15-9121-FA2A89710EEF}" type="datetimeFigureOut">
              <a:rPr lang="en-US" altLang="en-US"/>
              <a:pPr>
                <a:defRPr/>
              </a:pPr>
              <a:t>11/1/20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MS PGothic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B345321-C65E-4E56-95B2-75A4F1E31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8" y="184150"/>
            <a:ext cx="17160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6453188"/>
            <a:ext cx="338455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459" r:id="rId1"/>
    <p:sldLayoutId id="2147487460" r:id="rId2"/>
    <p:sldLayoutId id="2147487461" r:id="rId3"/>
    <p:sldLayoutId id="2147487462" r:id="rId4"/>
    <p:sldLayoutId id="2147487463" r:id="rId5"/>
    <p:sldLayoutId id="2147487464" r:id="rId6"/>
    <p:sldLayoutId id="2147487465" r:id="rId7"/>
    <p:sldLayoutId id="2147487466" r:id="rId8"/>
    <p:sldLayoutId id="2147487467" r:id="rId9"/>
    <p:sldLayoutId id="2147487468" r:id="rId10"/>
    <p:sldLayoutId id="2147487469" r:id="rId11"/>
    <p:sldLayoutId id="2147487471" r:id="rId12"/>
    <p:sldLayoutId id="214748747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0"/>
            <a:ext cx="89535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470" r:id="rId1"/>
    <p:sldLayoutId id="2147487473" r:id="rId2"/>
    <p:sldLayoutId id="2147487474" r:id="rId3"/>
    <p:sldLayoutId id="2147487475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809750"/>
            <a:ext cx="9144000" cy="21526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Next Progress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5419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8332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WRITE YOUR DESIGN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5908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04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8332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WRITE YOUR DESIGN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EXAMPLE : </a:t>
            </a:r>
          </a:p>
        </p:txBody>
      </p:sp>
      <p:pic>
        <p:nvPicPr>
          <p:cNvPr id="5" name="Picture 4" descr="Screen Shot 2016-09-24 at 12.01.4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429000"/>
            <a:ext cx="7086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1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5879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STATE YOUR HEADLINES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5908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9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5879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STATE YOUR HEADLINES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dirty="0"/>
              <a:t>PAYMENTS</a:t>
            </a:r>
          </a:p>
          <a:p>
            <a:pPr algn="ctr"/>
            <a:r>
              <a:rPr lang="en-US" sz="7200" dirty="0"/>
              <a:t>HYGENE </a:t>
            </a:r>
          </a:p>
        </p:txBody>
      </p:sp>
    </p:spTree>
    <p:extLst>
      <p:ext uri="{BB962C8B-B14F-4D97-AF65-F5344CB8AC3E}">
        <p14:creationId xmlns:p14="http://schemas.microsoft.com/office/powerpoint/2010/main" val="1831918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404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CREATE INSIGHT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reen Shot 2016-09-24 at 11.52.5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088576"/>
            <a:ext cx="6629400" cy="3702624"/>
          </a:xfrm>
          <a:prstGeom prst="rect">
            <a:avLst/>
          </a:prstGeom>
        </p:spPr>
      </p:pic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7432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39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404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CREATE INSIGHT</a:t>
            </a:r>
          </a:p>
        </p:txBody>
      </p:sp>
      <p:pic>
        <p:nvPicPr>
          <p:cNvPr id="5" name="Picture 4" descr="Screen Shot 2016-09-24 at 11.52.5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088576"/>
            <a:ext cx="6629400" cy="3702624"/>
          </a:xfrm>
          <a:prstGeom prst="rect">
            <a:avLst/>
          </a:prstGeom>
        </p:spPr>
      </p:pic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743200"/>
            <a:ext cx="2857500" cy="2857500"/>
          </a:xfrm>
          <a:prstGeom prst="rect">
            <a:avLst/>
          </a:prstGeom>
        </p:spPr>
      </p:pic>
      <p:pic>
        <p:nvPicPr>
          <p:cNvPr id="6" name="Picture 5" descr="Screen Shot 2016-09-24 at 11.53.27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6274"/>
            <a:ext cx="9144000" cy="54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4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6459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GENERATE HOW MIGHT WE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creen Shot 2016-09-24 at 12.07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6000"/>
            <a:ext cx="7315200" cy="3527946"/>
          </a:xfrm>
          <a:prstGeom prst="rect">
            <a:avLst/>
          </a:prstGeom>
        </p:spPr>
      </p:pic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7432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38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9-24 at 12.06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800"/>
            <a:ext cx="9144000" cy="49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51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4301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STATE YOUR 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5908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37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5836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WRITE YOUR PROPOSAL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438400"/>
            <a:ext cx="2857500" cy="285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47800" y="1981200"/>
            <a:ext cx="4016845" cy="40318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Introduction</a:t>
            </a:r>
          </a:p>
          <a:p>
            <a:r>
              <a:rPr lang="en-US" sz="3200" dirty="0"/>
              <a:t>Problem Background</a:t>
            </a:r>
          </a:p>
          <a:p>
            <a:r>
              <a:rPr lang="en-US" sz="3200" dirty="0"/>
              <a:t>Problem Statement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Goal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Objectives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Scopes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Motivation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Group Members</a:t>
            </a:r>
          </a:p>
        </p:txBody>
      </p:sp>
    </p:spTree>
    <p:extLst>
      <p:ext uri="{BB962C8B-B14F-4D97-AF65-F5344CB8AC3E}">
        <p14:creationId xmlns:p14="http://schemas.microsoft.com/office/powerpoint/2010/main" val="3905137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9803-0088-FE42-81CF-CFEAC9B4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7666-AB30-D847-8F6C-9276ECED2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85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CBA0-E38E-9548-B937-9317181B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01351-0123-7040-9BFB-A12AC4407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62522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Rasmi UTM 2015 tagline engli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4412</TotalTime>
  <Words>50</Words>
  <Application>Microsoft Macintosh PowerPoint</Application>
  <PresentationFormat>On-screen Show (4:3)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Slide Rasmi UTM 2015 tagline english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Goal &amp; Objectives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MOHD SHAFRY BIN MOHD RAHIM</cp:lastModifiedBy>
  <cp:revision>248</cp:revision>
  <cp:lastPrinted>2015-09-07T04:19:50Z</cp:lastPrinted>
  <dcterms:modified xsi:type="dcterms:W3CDTF">2020-11-01T13:36:16Z</dcterms:modified>
</cp:coreProperties>
</file>